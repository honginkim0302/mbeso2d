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89" r:id="rId3"/>
    <p:sldId id="259" r:id="rId4"/>
    <p:sldId id="260" r:id="rId5"/>
    <p:sldId id="261" r:id="rId6"/>
    <p:sldId id="262" r:id="rId7"/>
    <p:sldId id="264" r:id="rId8"/>
    <p:sldId id="265" r:id="rId9"/>
    <p:sldId id="266" r:id="rId10"/>
    <p:sldId id="278" r:id="rId11"/>
    <p:sldId id="281" r:id="rId12"/>
    <p:sldId id="279" r:id="rId13"/>
    <p:sldId id="280" r:id="rId14"/>
    <p:sldId id="282" r:id="rId15"/>
    <p:sldId id="285" r:id="rId16"/>
    <p:sldId id="286" r:id="rId17"/>
    <p:sldId id="287" r:id="rId18"/>
    <p:sldId id="288" r:id="rId19"/>
    <p:sldId id="263" r:id="rId20"/>
    <p:sldId id="258" r:id="rId21"/>
    <p:sldId id="257" r:id="rId22"/>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FF00"/>
    <a:srgbClr val="FF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14" autoAdjust="0"/>
    <p:restoredTop sz="96242" autoAdjust="0"/>
  </p:normalViewPr>
  <p:slideViewPr>
    <p:cSldViewPr snapToGrid="0">
      <p:cViewPr>
        <p:scale>
          <a:sx n="100" d="100"/>
          <a:sy n="100" d="100"/>
        </p:scale>
        <p:origin x="-114" y="11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F4FA70-6CDA-4D5B-A533-2151DC220763}" type="datetimeFigureOut">
              <a:rPr lang="ko-KR" altLang="en-US" smtClean="0"/>
              <a:t>2026-10-27</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65E0F0-812E-4B02-8423-3FA4699938D7}" type="slidenum">
              <a:rPr lang="ko-KR" altLang="en-US" smtClean="0"/>
              <a:t>‹#›</a:t>
            </a:fld>
            <a:endParaRPr lang="ko-KR" altLang="en-US"/>
          </a:p>
        </p:txBody>
      </p:sp>
    </p:spTree>
    <p:extLst>
      <p:ext uri="{BB962C8B-B14F-4D97-AF65-F5344CB8AC3E}">
        <p14:creationId xmlns:p14="http://schemas.microsoft.com/office/powerpoint/2010/main" val="411916873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Fig. 7. All four original solid-selection curves refer to element 974. The added ochre history-averaged score refers to element 5829. Its iteration-2 score 0.0096311054 lies below the retention threshold 0.026230446 and the saved output is void. The first response history stops at iteration 214. Added annotations are purple. The actual material maps and chart series remain editable. Source: initial10/cantilever/representative_trajectories.csv and archived state10 material layout.</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1640391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Fig. 7. All four original solid-selection curves refer to element 974. The added ochre history-averaged score refers to element 5829. Its iteration-2 score 0.0096311054 lies below the retention threshold 0.026230446 and the saved output is void. The first response history stops at iteration 214. Added annotations are purple. The actual material maps and chart series remain editable. Source: initial10/cantilever/representative_trajectories.csv and archived state10 material layout.</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7145069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Fig. 7. All four original solid-selection curves refer to element 974. The added ochre history-averaged score refers to element 5829. Its iteration-2 score 0.0096311054 lies below the retention threshold 0.026230446 and the saved output is void. The first response history stops at iteration 214. Added annotations are purple. The actual material maps and chart series remain editable. Source: initial10/cantilever/representative_trajectories.csv and archived state10 material layout.</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720691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Fig. 7. All four original solid-selection curves refer to element 974. The added ochre history-averaged score refers to element 5829. Its iteration-2 score 0.0096311054 lies below the retention threshold 0.026230446 and the saved output is void. The first response history stops at iteration 214. Added annotations are purple. The actual material maps and chart series remain editable. Source: initial10/cantilever/representative_trajectories.csv and archived state10 material layout.</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276167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Fig. 7. All four original solid-selection curves refer to element 974. The added ochre history-averaged score refers to element 5829. Its iteration-2 score 0.0096311054 lies below the retention threshold 0.026230446 and the saved output is void. The first response history stops at iteration 214. Added annotations are purple. The actual material maps and chart series remain editable. Source: initial10/cantilever/representative_trajectories.csv and archived state10 material layout.</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783943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Fig. 7. All four original solid-selection curves refer to element 974. The added ochre history-averaged score refers to element 5829. Its iteration-2 score 0.0096311054 lies below the retention threshold 0.026230446 and the saved output is void. The first response history stops at iteration 214. Added annotations are purple. The actual material maps and chart series remain editable. Source: initial10/cantilever/representative_trajectories.csv and archived state10 material layout.</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496024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Fig. 7. All four original solid-selection curves refer to element 974. The added ochre history-averaged score refers to element 5829. Its iteration-2 score 0.0096311054 lies below the retention threshold 0.026230446 and the saved output is void. The first response history stops at iteration 214. Added annotations are purple. The actual material maps and chart series remain editable. Source: initial10/cantilever/representative_trajectories.csv and archived state10 material layout.</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506637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Fig. 7. All four original solid-selection curves refer to element 974. The added ochre history-averaged score refers to element 5829. Its iteration-2 score 0.0096311054 lies below the retention threshold 0.026230446 and the saved output is void. The first response history stops at iteration 214. Added annotations are purple. The actual material maps and chart series remain editable. Source: initial10/cantilever/representative_trajectories.csv and archived state10 material layout.</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599476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Fig. 7. All four original solid-selection curves refer to element 974. The added ochre history-averaged score refers to element 5829. Its iteration-2 score 0.0096311054 lies below the retention threshold 0.026230446 and the saved output is void. The first response history stops at iteration 214. Added annotations are purple. The actual material maps and chart series remain editable. Source: initial10/cantilever/representative_trajectories.csv and archived state10 material layout.</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04145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9FA8546-DF4F-40AC-BF19-8B7AEC0D9E78}"/>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98378D24-A55E-4E71-8AB0-06ED562F34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280E0B45-80D1-4F3C-AB7D-59B5E6E6B274}"/>
              </a:ext>
            </a:extLst>
          </p:cNvPr>
          <p:cNvSpPr>
            <a:spLocks noGrp="1"/>
          </p:cNvSpPr>
          <p:nvPr>
            <p:ph type="dt" sz="half" idx="10"/>
          </p:nvPr>
        </p:nvSpPr>
        <p:spPr/>
        <p:txBody>
          <a:bodyPr/>
          <a:lstStyle/>
          <a:p>
            <a:fld id="{65F368C6-B957-4F90-8BC5-9758A90CC7DA}" type="datetimeFigureOut">
              <a:rPr lang="ko-KR" altLang="en-US" smtClean="0"/>
              <a:t>2026-10-27</a:t>
            </a:fld>
            <a:endParaRPr lang="ko-KR" altLang="en-US"/>
          </a:p>
        </p:txBody>
      </p:sp>
      <p:sp>
        <p:nvSpPr>
          <p:cNvPr id="5" name="바닥글 개체 틀 4">
            <a:extLst>
              <a:ext uri="{FF2B5EF4-FFF2-40B4-BE49-F238E27FC236}">
                <a16:creationId xmlns:a16="http://schemas.microsoft.com/office/drawing/2014/main" id="{D9344ED4-7555-4FED-BAA6-373BF3F966D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7A7AD28-DFAE-4F5D-9C7D-5E73C3388A5B}"/>
              </a:ext>
            </a:extLst>
          </p:cNvPr>
          <p:cNvSpPr>
            <a:spLocks noGrp="1"/>
          </p:cNvSpPr>
          <p:nvPr>
            <p:ph type="sldNum" sz="quarter" idx="12"/>
          </p:nvPr>
        </p:nvSpPr>
        <p:spPr/>
        <p:txBody>
          <a:bodyPr/>
          <a:lstStyle/>
          <a:p>
            <a:fld id="{5F5D7E46-3253-427A-B016-D441FC6BA20F}" type="slidenum">
              <a:rPr lang="ko-KR" altLang="en-US" smtClean="0"/>
              <a:t>‹#›</a:t>
            </a:fld>
            <a:endParaRPr lang="ko-KR" altLang="en-US"/>
          </a:p>
        </p:txBody>
      </p:sp>
    </p:spTree>
    <p:extLst>
      <p:ext uri="{BB962C8B-B14F-4D97-AF65-F5344CB8AC3E}">
        <p14:creationId xmlns:p14="http://schemas.microsoft.com/office/powerpoint/2010/main" val="1606595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466C806-DBC3-4733-8E19-40B9B457B52C}"/>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B04E41C2-1962-4662-9CDC-7E19C1453FA1}"/>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FA889CF-15FA-48FA-81D7-09F8A9A4EB22}"/>
              </a:ext>
            </a:extLst>
          </p:cNvPr>
          <p:cNvSpPr>
            <a:spLocks noGrp="1"/>
          </p:cNvSpPr>
          <p:nvPr>
            <p:ph type="dt" sz="half" idx="10"/>
          </p:nvPr>
        </p:nvSpPr>
        <p:spPr/>
        <p:txBody>
          <a:bodyPr/>
          <a:lstStyle/>
          <a:p>
            <a:fld id="{65F368C6-B957-4F90-8BC5-9758A90CC7DA}" type="datetimeFigureOut">
              <a:rPr lang="ko-KR" altLang="en-US" smtClean="0"/>
              <a:t>2026-10-27</a:t>
            </a:fld>
            <a:endParaRPr lang="ko-KR" altLang="en-US"/>
          </a:p>
        </p:txBody>
      </p:sp>
      <p:sp>
        <p:nvSpPr>
          <p:cNvPr id="5" name="바닥글 개체 틀 4">
            <a:extLst>
              <a:ext uri="{FF2B5EF4-FFF2-40B4-BE49-F238E27FC236}">
                <a16:creationId xmlns:a16="http://schemas.microsoft.com/office/drawing/2014/main" id="{885BE483-079B-4029-9131-98F5CCE0A69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05ED740-782C-49C7-835D-3E281BEC51E7}"/>
              </a:ext>
            </a:extLst>
          </p:cNvPr>
          <p:cNvSpPr>
            <a:spLocks noGrp="1"/>
          </p:cNvSpPr>
          <p:nvPr>
            <p:ph type="sldNum" sz="quarter" idx="12"/>
          </p:nvPr>
        </p:nvSpPr>
        <p:spPr/>
        <p:txBody>
          <a:bodyPr/>
          <a:lstStyle/>
          <a:p>
            <a:fld id="{5F5D7E46-3253-427A-B016-D441FC6BA20F}" type="slidenum">
              <a:rPr lang="ko-KR" altLang="en-US" smtClean="0"/>
              <a:t>‹#›</a:t>
            </a:fld>
            <a:endParaRPr lang="ko-KR" altLang="en-US"/>
          </a:p>
        </p:txBody>
      </p:sp>
    </p:spTree>
    <p:extLst>
      <p:ext uri="{BB962C8B-B14F-4D97-AF65-F5344CB8AC3E}">
        <p14:creationId xmlns:p14="http://schemas.microsoft.com/office/powerpoint/2010/main" val="38663332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7275C7F-6F89-408C-9D54-51C7A82C6AA9}"/>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9DB12356-6BB0-4D9C-8C21-39CD63C4508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983CD03A-6A48-4115-8C17-B123D62B88DE}"/>
              </a:ext>
            </a:extLst>
          </p:cNvPr>
          <p:cNvSpPr>
            <a:spLocks noGrp="1"/>
          </p:cNvSpPr>
          <p:nvPr>
            <p:ph type="dt" sz="half" idx="10"/>
          </p:nvPr>
        </p:nvSpPr>
        <p:spPr/>
        <p:txBody>
          <a:bodyPr/>
          <a:lstStyle/>
          <a:p>
            <a:fld id="{65F368C6-B957-4F90-8BC5-9758A90CC7DA}" type="datetimeFigureOut">
              <a:rPr lang="ko-KR" altLang="en-US" smtClean="0"/>
              <a:t>2026-10-27</a:t>
            </a:fld>
            <a:endParaRPr lang="ko-KR" altLang="en-US"/>
          </a:p>
        </p:txBody>
      </p:sp>
      <p:sp>
        <p:nvSpPr>
          <p:cNvPr id="5" name="바닥글 개체 틀 4">
            <a:extLst>
              <a:ext uri="{FF2B5EF4-FFF2-40B4-BE49-F238E27FC236}">
                <a16:creationId xmlns:a16="http://schemas.microsoft.com/office/drawing/2014/main" id="{A948992E-8B73-469C-BE76-C7C94E59C92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A2F8BEE-AABE-4711-B36A-0CA1A90FEBF1}"/>
              </a:ext>
            </a:extLst>
          </p:cNvPr>
          <p:cNvSpPr>
            <a:spLocks noGrp="1"/>
          </p:cNvSpPr>
          <p:nvPr>
            <p:ph type="sldNum" sz="quarter" idx="12"/>
          </p:nvPr>
        </p:nvSpPr>
        <p:spPr/>
        <p:txBody>
          <a:bodyPr/>
          <a:lstStyle/>
          <a:p>
            <a:fld id="{5F5D7E46-3253-427A-B016-D441FC6BA20F}" type="slidenum">
              <a:rPr lang="ko-KR" altLang="en-US" smtClean="0"/>
              <a:t>‹#›</a:t>
            </a:fld>
            <a:endParaRPr lang="ko-KR" altLang="en-US"/>
          </a:p>
        </p:txBody>
      </p:sp>
    </p:spTree>
    <p:extLst>
      <p:ext uri="{BB962C8B-B14F-4D97-AF65-F5344CB8AC3E}">
        <p14:creationId xmlns:p14="http://schemas.microsoft.com/office/powerpoint/2010/main" val="32962121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5CAA634-792D-4A69-BC3B-987E94A60B16}"/>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EB518C0-2D07-4500-A50D-753A0B818D71}"/>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4C90AC7C-0CF3-415E-B3CD-4F9BCEDEBC3F}"/>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CEE119CB-9E5F-4304-A451-844E2CB2EC55}"/>
              </a:ext>
            </a:extLst>
          </p:cNvPr>
          <p:cNvSpPr>
            <a:spLocks noGrp="1"/>
          </p:cNvSpPr>
          <p:nvPr>
            <p:ph type="dt" sz="half" idx="10"/>
          </p:nvPr>
        </p:nvSpPr>
        <p:spPr/>
        <p:txBody>
          <a:bodyPr/>
          <a:lstStyle/>
          <a:p>
            <a:fld id="{65F368C6-B957-4F90-8BC5-9758A90CC7DA}" type="datetimeFigureOut">
              <a:rPr lang="ko-KR" altLang="en-US" smtClean="0"/>
              <a:t>2026-10-27</a:t>
            </a:fld>
            <a:endParaRPr lang="ko-KR" altLang="en-US"/>
          </a:p>
        </p:txBody>
      </p:sp>
      <p:sp>
        <p:nvSpPr>
          <p:cNvPr id="6" name="바닥글 개체 틀 5">
            <a:extLst>
              <a:ext uri="{FF2B5EF4-FFF2-40B4-BE49-F238E27FC236}">
                <a16:creationId xmlns:a16="http://schemas.microsoft.com/office/drawing/2014/main" id="{5DB1FD0E-5843-45B8-85DA-1E797817F615}"/>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0DA58D8C-D06E-46E8-952C-7727F551E1D3}"/>
              </a:ext>
            </a:extLst>
          </p:cNvPr>
          <p:cNvSpPr>
            <a:spLocks noGrp="1"/>
          </p:cNvSpPr>
          <p:nvPr>
            <p:ph type="sldNum" sz="quarter" idx="12"/>
          </p:nvPr>
        </p:nvSpPr>
        <p:spPr/>
        <p:txBody>
          <a:bodyPr/>
          <a:lstStyle/>
          <a:p>
            <a:fld id="{5F5D7E46-3253-427A-B016-D441FC6BA20F}" type="slidenum">
              <a:rPr lang="ko-KR" altLang="en-US" smtClean="0"/>
              <a:t>‹#›</a:t>
            </a:fld>
            <a:endParaRPr lang="ko-KR" altLang="en-US"/>
          </a:p>
        </p:txBody>
      </p:sp>
    </p:spTree>
    <p:extLst>
      <p:ext uri="{BB962C8B-B14F-4D97-AF65-F5344CB8AC3E}">
        <p14:creationId xmlns:p14="http://schemas.microsoft.com/office/powerpoint/2010/main" val="32842509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D72FC9A-DB5C-4423-97D6-AA54B81E0C9A}"/>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22944193-FA97-40BE-9391-4A0F773909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C93E482D-406E-435A-952C-08641B0FAC73}"/>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EE141070-D884-4131-BAE8-C4116BB3F1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76A36684-4C14-4FE7-89F2-06C7F26015FD}"/>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128684A8-EF38-4AFE-A30E-CA4993BD183E}"/>
              </a:ext>
            </a:extLst>
          </p:cNvPr>
          <p:cNvSpPr>
            <a:spLocks noGrp="1"/>
          </p:cNvSpPr>
          <p:nvPr>
            <p:ph type="dt" sz="half" idx="10"/>
          </p:nvPr>
        </p:nvSpPr>
        <p:spPr/>
        <p:txBody>
          <a:bodyPr/>
          <a:lstStyle/>
          <a:p>
            <a:fld id="{65F368C6-B957-4F90-8BC5-9758A90CC7DA}" type="datetimeFigureOut">
              <a:rPr lang="ko-KR" altLang="en-US" smtClean="0"/>
              <a:t>2026-10-27</a:t>
            </a:fld>
            <a:endParaRPr lang="ko-KR" altLang="en-US"/>
          </a:p>
        </p:txBody>
      </p:sp>
      <p:sp>
        <p:nvSpPr>
          <p:cNvPr id="8" name="바닥글 개체 틀 7">
            <a:extLst>
              <a:ext uri="{FF2B5EF4-FFF2-40B4-BE49-F238E27FC236}">
                <a16:creationId xmlns:a16="http://schemas.microsoft.com/office/drawing/2014/main" id="{DC2E4AB2-83DD-4131-802C-437D601BE3AA}"/>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1E718C9D-C012-4415-8092-EC71792C6586}"/>
              </a:ext>
            </a:extLst>
          </p:cNvPr>
          <p:cNvSpPr>
            <a:spLocks noGrp="1"/>
          </p:cNvSpPr>
          <p:nvPr>
            <p:ph type="sldNum" sz="quarter" idx="12"/>
          </p:nvPr>
        </p:nvSpPr>
        <p:spPr/>
        <p:txBody>
          <a:bodyPr/>
          <a:lstStyle/>
          <a:p>
            <a:fld id="{5F5D7E46-3253-427A-B016-D441FC6BA20F}" type="slidenum">
              <a:rPr lang="ko-KR" altLang="en-US" smtClean="0"/>
              <a:t>‹#›</a:t>
            </a:fld>
            <a:endParaRPr lang="ko-KR" altLang="en-US"/>
          </a:p>
        </p:txBody>
      </p:sp>
    </p:spTree>
    <p:extLst>
      <p:ext uri="{BB962C8B-B14F-4D97-AF65-F5344CB8AC3E}">
        <p14:creationId xmlns:p14="http://schemas.microsoft.com/office/powerpoint/2010/main" val="835621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A4A904C-5E1E-4118-B07C-BAE44DAEA696}"/>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DECBFE77-82B7-4F99-865E-57B519DA1B89}"/>
              </a:ext>
            </a:extLst>
          </p:cNvPr>
          <p:cNvSpPr>
            <a:spLocks noGrp="1"/>
          </p:cNvSpPr>
          <p:nvPr>
            <p:ph type="dt" sz="half" idx="10"/>
          </p:nvPr>
        </p:nvSpPr>
        <p:spPr/>
        <p:txBody>
          <a:bodyPr/>
          <a:lstStyle/>
          <a:p>
            <a:fld id="{65F368C6-B957-4F90-8BC5-9758A90CC7DA}" type="datetimeFigureOut">
              <a:rPr lang="ko-KR" altLang="en-US" smtClean="0"/>
              <a:t>2026-10-27</a:t>
            </a:fld>
            <a:endParaRPr lang="ko-KR" altLang="en-US"/>
          </a:p>
        </p:txBody>
      </p:sp>
      <p:sp>
        <p:nvSpPr>
          <p:cNvPr id="4" name="바닥글 개체 틀 3">
            <a:extLst>
              <a:ext uri="{FF2B5EF4-FFF2-40B4-BE49-F238E27FC236}">
                <a16:creationId xmlns:a16="http://schemas.microsoft.com/office/drawing/2014/main" id="{8B8991D1-655B-4DF2-A339-41B7368D965A}"/>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405E3FDC-FAA2-48ED-A997-14E4730C482B}"/>
              </a:ext>
            </a:extLst>
          </p:cNvPr>
          <p:cNvSpPr>
            <a:spLocks noGrp="1"/>
          </p:cNvSpPr>
          <p:nvPr>
            <p:ph type="sldNum" sz="quarter" idx="12"/>
          </p:nvPr>
        </p:nvSpPr>
        <p:spPr/>
        <p:txBody>
          <a:bodyPr/>
          <a:lstStyle/>
          <a:p>
            <a:fld id="{5F5D7E46-3253-427A-B016-D441FC6BA20F}" type="slidenum">
              <a:rPr lang="ko-KR" altLang="en-US" smtClean="0"/>
              <a:t>‹#›</a:t>
            </a:fld>
            <a:endParaRPr lang="ko-KR" altLang="en-US"/>
          </a:p>
        </p:txBody>
      </p:sp>
    </p:spTree>
    <p:extLst>
      <p:ext uri="{BB962C8B-B14F-4D97-AF65-F5344CB8AC3E}">
        <p14:creationId xmlns:p14="http://schemas.microsoft.com/office/powerpoint/2010/main" val="3260108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3D8E0F5D-A994-4129-AE5D-A03E993B5BDF}"/>
              </a:ext>
            </a:extLst>
          </p:cNvPr>
          <p:cNvSpPr>
            <a:spLocks noGrp="1"/>
          </p:cNvSpPr>
          <p:nvPr>
            <p:ph type="dt" sz="half" idx="10"/>
          </p:nvPr>
        </p:nvSpPr>
        <p:spPr/>
        <p:txBody>
          <a:bodyPr/>
          <a:lstStyle/>
          <a:p>
            <a:fld id="{65F368C6-B957-4F90-8BC5-9758A90CC7DA}" type="datetimeFigureOut">
              <a:rPr lang="ko-KR" altLang="en-US" smtClean="0"/>
              <a:t>2026-10-27</a:t>
            </a:fld>
            <a:endParaRPr lang="ko-KR" altLang="en-US"/>
          </a:p>
        </p:txBody>
      </p:sp>
      <p:sp>
        <p:nvSpPr>
          <p:cNvPr id="3" name="바닥글 개체 틀 2">
            <a:extLst>
              <a:ext uri="{FF2B5EF4-FFF2-40B4-BE49-F238E27FC236}">
                <a16:creationId xmlns:a16="http://schemas.microsoft.com/office/drawing/2014/main" id="{677B8D4C-C22C-4590-8EE8-188AC70C8698}"/>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20106748-9FDA-4521-A13B-FF6DCD5A25DC}"/>
              </a:ext>
            </a:extLst>
          </p:cNvPr>
          <p:cNvSpPr>
            <a:spLocks noGrp="1"/>
          </p:cNvSpPr>
          <p:nvPr>
            <p:ph type="sldNum" sz="quarter" idx="12"/>
          </p:nvPr>
        </p:nvSpPr>
        <p:spPr/>
        <p:txBody>
          <a:bodyPr/>
          <a:lstStyle/>
          <a:p>
            <a:fld id="{5F5D7E46-3253-427A-B016-D441FC6BA20F}" type="slidenum">
              <a:rPr lang="ko-KR" altLang="en-US" smtClean="0"/>
              <a:t>‹#›</a:t>
            </a:fld>
            <a:endParaRPr lang="ko-KR" altLang="en-US"/>
          </a:p>
        </p:txBody>
      </p:sp>
    </p:spTree>
    <p:extLst>
      <p:ext uri="{BB962C8B-B14F-4D97-AF65-F5344CB8AC3E}">
        <p14:creationId xmlns:p14="http://schemas.microsoft.com/office/powerpoint/2010/main" val="9729066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FA5DABD-382A-439C-B0CD-62B8814DCA42}"/>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8A710CB6-81FC-4DAB-8433-A7D5857B4A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5723F379-CC88-4B16-8AA3-5198FDDD26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B4D1FA58-0B84-4681-93D9-9EC943E30B22}"/>
              </a:ext>
            </a:extLst>
          </p:cNvPr>
          <p:cNvSpPr>
            <a:spLocks noGrp="1"/>
          </p:cNvSpPr>
          <p:nvPr>
            <p:ph type="dt" sz="half" idx="10"/>
          </p:nvPr>
        </p:nvSpPr>
        <p:spPr/>
        <p:txBody>
          <a:bodyPr/>
          <a:lstStyle/>
          <a:p>
            <a:fld id="{65F368C6-B957-4F90-8BC5-9758A90CC7DA}" type="datetimeFigureOut">
              <a:rPr lang="ko-KR" altLang="en-US" smtClean="0"/>
              <a:t>2026-10-27</a:t>
            </a:fld>
            <a:endParaRPr lang="ko-KR" altLang="en-US"/>
          </a:p>
        </p:txBody>
      </p:sp>
      <p:sp>
        <p:nvSpPr>
          <p:cNvPr id="6" name="바닥글 개체 틀 5">
            <a:extLst>
              <a:ext uri="{FF2B5EF4-FFF2-40B4-BE49-F238E27FC236}">
                <a16:creationId xmlns:a16="http://schemas.microsoft.com/office/drawing/2014/main" id="{12FE3915-9083-4B86-9504-DAD90ADD8330}"/>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E7B04F61-D259-4CA9-A8DC-B97528339F64}"/>
              </a:ext>
            </a:extLst>
          </p:cNvPr>
          <p:cNvSpPr>
            <a:spLocks noGrp="1"/>
          </p:cNvSpPr>
          <p:nvPr>
            <p:ph type="sldNum" sz="quarter" idx="12"/>
          </p:nvPr>
        </p:nvSpPr>
        <p:spPr/>
        <p:txBody>
          <a:bodyPr/>
          <a:lstStyle/>
          <a:p>
            <a:fld id="{5F5D7E46-3253-427A-B016-D441FC6BA20F}" type="slidenum">
              <a:rPr lang="ko-KR" altLang="en-US" smtClean="0"/>
              <a:t>‹#›</a:t>
            </a:fld>
            <a:endParaRPr lang="ko-KR" altLang="en-US"/>
          </a:p>
        </p:txBody>
      </p:sp>
    </p:spTree>
    <p:extLst>
      <p:ext uri="{BB962C8B-B14F-4D97-AF65-F5344CB8AC3E}">
        <p14:creationId xmlns:p14="http://schemas.microsoft.com/office/powerpoint/2010/main" val="2181713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2FA2A58-EA01-4D0D-99F2-1DF3D5845736}"/>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1378DB8E-9EBA-4040-A01E-36C385AA99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7DA4287F-655D-4BAE-8EC6-8EFA8CF649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14265543-199D-4C3C-9283-66DDA221F227}"/>
              </a:ext>
            </a:extLst>
          </p:cNvPr>
          <p:cNvSpPr>
            <a:spLocks noGrp="1"/>
          </p:cNvSpPr>
          <p:nvPr>
            <p:ph type="dt" sz="half" idx="10"/>
          </p:nvPr>
        </p:nvSpPr>
        <p:spPr/>
        <p:txBody>
          <a:bodyPr/>
          <a:lstStyle/>
          <a:p>
            <a:fld id="{65F368C6-B957-4F90-8BC5-9758A90CC7DA}" type="datetimeFigureOut">
              <a:rPr lang="ko-KR" altLang="en-US" smtClean="0"/>
              <a:t>2026-10-27</a:t>
            </a:fld>
            <a:endParaRPr lang="ko-KR" altLang="en-US"/>
          </a:p>
        </p:txBody>
      </p:sp>
      <p:sp>
        <p:nvSpPr>
          <p:cNvPr id="6" name="바닥글 개체 틀 5">
            <a:extLst>
              <a:ext uri="{FF2B5EF4-FFF2-40B4-BE49-F238E27FC236}">
                <a16:creationId xmlns:a16="http://schemas.microsoft.com/office/drawing/2014/main" id="{4E4649D5-39BA-4B8C-8AC4-C9E90874BD5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F3E14255-5D05-4EC7-B20D-5AE30156DEF3}"/>
              </a:ext>
            </a:extLst>
          </p:cNvPr>
          <p:cNvSpPr>
            <a:spLocks noGrp="1"/>
          </p:cNvSpPr>
          <p:nvPr>
            <p:ph type="sldNum" sz="quarter" idx="12"/>
          </p:nvPr>
        </p:nvSpPr>
        <p:spPr/>
        <p:txBody>
          <a:bodyPr/>
          <a:lstStyle/>
          <a:p>
            <a:fld id="{5F5D7E46-3253-427A-B016-D441FC6BA20F}" type="slidenum">
              <a:rPr lang="ko-KR" altLang="en-US" smtClean="0"/>
              <a:t>‹#›</a:t>
            </a:fld>
            <a:endParaRPr lang="ko-KR" altLang="en-US"/>
          </a:p>
        </p:txBody>
      </p:sp>
    </p:spTree>
    <p:extLst>
      <p:ext uri="{BB962C8B-B14F-4D97-AF65-F5344CB8AC3E}">
        <p14:creationId xmlns:p14="http://schemas.microsoft.com/office/powerpoint/2010/main" val="148479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AF69526-27D7-49EE-8DCF-8F498EC81158}"/>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8463479F-3E5D-4ECA-94B2-15F7A7A67970}"/>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F76AE050-F2D9-44E8-AAD0-59F24209833F}"/>
              </a:ext>
            </a:extLst>
          </p:cNvPr>
          <p:cNvSpPr>
            <a:spLocks noGrp="1"/>
          </p:cNvSpPr>
          <p:nvPr>
            <p:ph type="dt" sz="half" idx="10"/>
          </p:nvPr>
        </p:nvSpPr>
        <p:spPr/>
        <p:txBody>
          <a:bodyPr/>
          <a:lstStyle/>
          <a:p>
            <a:fld id="{65F368C6-B957-4F90-8BC5-9758A90CC7DA}" type="datetimeFigureOut">
              <a:rPr lang="ko-KR" altLang="en-US" smtClean="0"/>
              <a:t>2026-10-27</a:t>
            </a:fld>
            <a:endParaRPr lang="ko-KR" altLang="en-US"/>
          </a:p>
        </p:txBody>
      </p:sp>
      <p:sp>
        <p:nvSpPr>
          <p:cNvPr id="5" name="바닥글 개체 틀 4">
            <a:extLst>
              <a:ext uri="{FF2B5EF4-FFF2-40B4-BE49-F238E27FC236}">
                <a16:creationId xmlns:a16="http://schemas.microsoft.com/office/drawing/2014/main" id="{FC8DB703-2096-46EF-81C8-EF9C88BAC1FA}"/>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E071DD1-1DF2-4685-A056-5793D8DD8E9F}"/>
              </a:ext>
            </a:extLst>
          </p:cNvPr>
          <p:cNvSpPr>
            <a:spLocks noGrp="1"/>
          </p:cNvSpPr>
          <p:nvPr>
            <p:ph type="sldNum" sz="quarter" idx="12"/>
          </p:nvPr>
        </p:nvSpPr>
        <p:spPr/>
        <p:txBody>
          <a:bodyPr/>
          <a:lstStyle/>
          <a:p>
            <a:fld id="{5F5D7E46-3253-427A-B016-D441FC6BA20F}" type="slidenum">
              <a:rPr lang="ko-KR" altLang="en-US" smtClean="0"/>
              <a:t>‹#›</a:t>
            </a:fld>
            <a:endParaRPr lang="ko-KR" altLang="en-US"/>
          </a:p>
        </p:txBody>
      </p:sp>
    </p:spTree>
    <p:extLst>
      <p:ext uri="{BB962C8B-B14F-4D97-AF65-F5344CB8AC3E}">
        <p14:creationId xmlns:p14="http://schemas.microsoft.com/office/powerpoint/2010/main" val="8426869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17FD6520-7490-42A3-943A-9A7BC0F11F5B}"/>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C054EE67-423A-4BC6-8DD4-9FD378186615}"/>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2115CFC4-0977-49EA-869A-650D1FA44565}"/>
              </a:ext>
            </a:extLst>
          </p:cNvPr>
          <p:cNvSpPr>
            <a:spLocks noGrp="1"/>
          </p:cNvSpPr>
          <p:nvPr>
            <p:ph type="dt" sz="half" idx="10"/>
          </p:nvPr>
        </p:nvSpPr>
        <p:spPr/>
        <p:txBody>
          <a:bodyPr/>
          <a:lstStyle/>
          <a:p>
            <a:fld id="{65F368C6-B957-4F90-8BC5-9758A90CC7DA}" type="datetimeFigureOut">
              <a:rPr lang="ko-KR" altLang="en-US" smtClean="0"/>
              <a:t>2026-10-27</a:t>
            </a:fld>
            <a:endParaRPr lang="ko-KR" altLang="en-US"/>
          </a:p>
        </p:txBody>
      </p:sp>
      <p:sp>
        <p:nvSpPr>
          <p:cNvPr id="5" name="바닥글 개체 틀 4">
            <a:extLst>
              <a:ext uri="{FF2B5EF4-FFF2-40B4-BE49-F238E27FC236}">
                <a16:creationId xmlns:a16="http://schemas.microsoft.com/office/drawing/2014/main" id="{E743025A-8818-4A7D-853C-3AE3D1D0AE71}"/>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5192BB52-D5CB-40EC-8FE8-795F157F01AA}"/>
              </a:ext>
            </a:extLst>
          </p:cNvPr>
          <p:cNvSpPr>
            <a:spLocks noGrp="1"/>
          </p:cNvSpPr>
          <p:nvPr>
            <p:ph type="sldNum" sz="quarter" idx="12"/>
          </p:nvPr>
        </p:nvSpPr>
        <p:spPr/>
        <p:txBody>
          <a:bodyPr/>
          <a:lstStyle/>
          <a:p>
            <a:fld id="{5F5D7E46-3253-427A-B016-D441FC6BA20F}" type="slidenum">
              <a:rPr lang="ko-KR" altLang="en-US" smtClean="0"/>
              <a:t>‹#›</a:t>
            </a:fld>
            <a:endParaRPr lang="ko-KR" altLang="en-US"/>
          </a:p>
        </p:txBody>
      </p:sp>
    </p:spTree>
    <p:extLst>
      <p:ext uri="{BB962C8B-B14F-4D97-AF65-F5344CB8AC3E}">
        <p14:creationId xmlns:p14="http://schemas.microsoft.com/office/powerpoint/2010/main" val="676423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3531E1EC-1448-47D9-9FEB-FA1C308781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C1E17868-26AB-4A38-A9D3-859E2B92B3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73AEB46B-1C99-44C3-B309-25658D071E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F368C6-B957-4F90-8BC5-9758A90CC7DA}" type="datetimeFigureOut">
              <a:rPr lang="ko-KR" altLang="en-US" smtClean="0"/>
              <a:t>2026-10-27</a:t>
            </a:fld>
            <a:endParaRPr lang="ko-KR" altLang="en-US"/>
          </a:p>
        </p:txBody>
      </p:sp>
      <p:sp>
        <p:nvSpPr>
          <p:cNvPr id="5" name="바닥글 개체 틀 4">
            <a:extLst>
              <a:ext uri="{FF2B5EF4-FFF2-40B4-BE49-F238E27FC236}">
                <a16:creationId xmlns:a16="http://schemas.microsoft.com/office/drawing/2014/main" id="{E9A3D1E3-5973-425C-B3B7-AB65B65C2F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25D3BB96-923B-41E1-A1E6-3CD99CBEF7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5D7E46-3253-427A-B016-D441FC6BA20F}" type="slidenum">
              <a:rPr lang="ko-KR" altLang="en-US" smtClean="0"/>
              <a:t>‹#›</a:t>
            </a:fld>
            <a:endParaRPr lang="ko-KR" altLang="en-US"/>
          </a:p>
        </p:txBody>
      </p:sp>
    </p:spTree>
    <p:extLst>
      <p:ext uri="{BB962C8B-B14F-4D97-AF65-F5344CB8AC3E}">
        <p14:creationId xmlns:p14="http://schemas.microsoft.com/office/powerpoint/2010/main" val="28275067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1.xml"/><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1.xml"/><Relationship Id="rId4" Type="http://schemas.openxmlformats.org/officeDocument/2006/relationships/image" Target="../media/image8.emf"/></Relationships>
</file>

<file path=ppt/slides/_rels/slide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1.xml"/><Relationship Id="rId4" Type="http://schemas.openxmlformats.org/officeDocument/2006/relationships/image" Target="../media/image11.emf"/></Relationships>
</file>

<file path=ppt/slides/_rels/slide8.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image" Target="../media/image12.png"/><Relationship Id="rId7" Type="http://schemas.openxmlformats.org/officeDocument/2006/relationships/image" Target="../media/image11.png"/><Relationship Id="rId2" Type="http://schemas.openxmlformats.org/officeDocument/2006/relationships/image" Target="../media/image2.emf"/><Relationship Id="rId1" Type="http://schemas.openxmlformats.org/officeDocument/2006/relationships/slideLayout" Target="../slideLayouts/slideLayout1.xml"/><Relationship Id="rId6" Type="http://schemas.openxmlformats.org/officeDocument/2006/relationships/image" Target="../media/image14.emf"/><Relationship Id="rId5" Type="http://schemas.openxmlformats.org/officeDocument/2006/relationships/image" Target="../media/image13.png"/><Relationship Id="rId4" Type="http://schemas.microsoft.com/office/2007/relationships/hdphoto" Target="../media/hdphoto1.wdp"/><Relationship Id="rId9" Type="http://schemas.openxmlformats.org/officeDocument/2006/relationships/image" Target="../media/image130.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9.emf"/><Relationship Id="rId1" Type="http://schemas.openxmlformats.org/officeDocument/2006/relationships/slideLayout" Target="../slideLayouts/slideLayout1.xml"/><Relationship Id="rId6" Type="http://schemas.openxmlformats.org/officeDocument/2006/relationships/image" Target="../media/image160.png"/><Relationship Id="rId5" Type="http://schemas.openxmlformats.org/officeDocument/2006/relationships/image" Target="../media/image150.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2.emf"/></Relationships>
</file>

<file path=ppt/slides/_rels/slide16.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4.emf"/></Relationships>
</file>

<file path=ppt/slides/_rels/slide17.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1.xml"/><Relationship Id="rId4" Type="http://schemas.openxmlformats.org/officeDocument/2006/relationships/image" Target="../media/image8.emf"/></Relationships>
</file>

<file path=ppt/slides/_rels/slide2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1.xml"/><Relationship Id="rId4" Type="http://schemas.openxmlformats.org/officeDocument/2006/relationships/image" Target="../media/image3.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nel-algorithm">
            <a:extLst>
              <a:ext uri="{FF2B5EF4-FFF2-40B4-BE49-F238E27FC236}">
                <a16:creationId xmlns:a16="http://schemas.microsoft.com/office/drawing/2014/main" id="{6FA64005-43C3-4636-B574-34212301A08F}"/>
              </a:ext>
            </a:extLst>
          </p:cNvPr>
          <p:cNvSpPr>
            <a:spLocks noGrp="1"/>
          </p:cNvSpPr>
          <p:nvPr/>
        </p:nvSpPr>
        <p:spPr>
          <a:xfrm>
            <a:off x="2498397" y="280990"/>
            <a:ext cx="4245724" cy="5929573"/>
          </a:xfrm>
          <a:prstGeom prst="rect">
            <a:avLst/>
          </a:prstGeom>
          <a:solidFill>
            <a:schemeClr val="bg1"/>
          </a:solidFill>
          <a:ln w="9525">
            <a:solidFill>
              <a:schemeClr val="bg1">
                <a:lumMod val="75000"/>
              </a:schemeClr>
            </a:solidFill>
            <a:prstDash val="solid"/>
          </a:ln>
          <a:effectLst/>
        </p:spPr>
      </p:sp>
      <p:sp>
        <p:nvSpPr>
          <p:cNvPr id="5" name="panel-repository">
            <a:extLst>
              <a:ext uri="{FF2B5EF4-FFF2-40B4-BE49-F238E27FC236}">
                <a16:creationId xmlns:a16="http://schemas.microsoft.com/office/drawing/2014/main" id="{DC8B2D9D-91B8-4F5F-B8A4-7799363EBD21}"/>
              </a:ext>
            </a:extLst>
          </p:cNvPr>
          <p:cNvSpPr>
            <a:spLocks noGrp="1"/>
          </p:cNvSpPr>
          <p:nvPr/>
        </p:nvSpPr>
        <p:spPr>
          <a:xfrm>
            <a:off x="6951603" y="287057"/>
            <a:ext cx="2645578" cy="5229546"/>
          </a:xfrm>
          <a:prstGeom prst="rect">
            <a:avLst/>
          </a:prstGeom>
          <a:noFill/>
          <a:ln w="9525">
            <a:solidFill>
              <a:schemeClr val="bg1">
                <a:lumMod val="75000"/>
              </a:schemeClr>
            </a:solidFill>
            <a:prstDash val="solid"/>
          </a:ln>
          <a:effectLst/>
        </p:spPr>
        <p:txBody>
          <a:bodyPr/>
          <a:lstStyle/>
          <a:p>
            <a:endParaRPr lang="ko-KR" altLang="en-US" dirty="0"/>
          </a:p>
        </p:txBody>
      </p:sp>
      <p:sp>
        <p:nvSpPr>
          <p:cNvPr id="6" name="algorithm-start">
            <a:extLst>
              <a:ext uri="{FF2B5EF4-FFF2-40B4-BE49-F238E27FC236}">
                <a16:creationId xmlns:a16="http://schemas.microsoft.com/office/drawing/2014/main" id="{B2583C8B-9AFF-4F29-A9AE-73AA237D8ED5}"/>
              </a:ext>
            </a:extLst>
          </p:cNvPr>
          <p:cNvSpPr>
            <a:spLocks noGrp="1"/>
          </p:cNvSpPr>
          <p:nvPr/>
        </p:nvSpPr>
        <p:spPr>
          <a:xfrm>
            <a:off x="3660648" y="409211"/>
            <a:ext cx="1912990" cy="238221"/>
          </a:xfrm>
          <a:prstGeom prst="rect">
            <a:avLst/>
          </a:prstGeom>
          <a:noFill/>
          <a:ln w="9525">
            <a:solidFill>
              <a:schemeClr val="tx1"/>
            </a:solidFill>
            <a:prstDash val="solid"/>
          </a:ln>
        </p:spPr>
      </p:sp>
      <p:sp>
        <p:nvSpPr>
          <p:cNvPr id="7" name="algorithm-initialization">
            <a:extLst>
              <a:ext uri="{FF2B5EF4-FFF2-40B4-BE49-F238E27FC236}">
                <a16:creationId xmlns:a16="http://schemas.microsoft.com/office/drawing/2014/main" id="{4A0E4AFB-7B33-4CDB-8F42-CD6BD04BB51E}"/>
              </a:ext>
            </a:extLst>
          </p:cNvPr>
          <p:cNvSpPr>
            <a:spLocks noGrp="1"/>
          </p:cNvSpPr>
          <p:nvPr/>
        </p:nvSpPr>
        <p:spPr>
          <a:xfrm>
            <a:off x="2740250" y="788197"/>
            <a:ext cx="3753791" cy="640080"/>
          </a:xfrm>
          <a:prstGeom prst="rect">
            <a:avLst/>
          </a:prstGeom>
          <a:noFill/>
          <a:ln w="9525">
            <a:solidFill>
              <a:schemeClr val="tx1"/>
            </a:solidFill>
            <a:prstDash val="solid"/>
          </a:ln>
        </p:spPr>
      </p:sp>
      <p:sp>
        <p:nvSpPr>
          <p:cNvPr id="8" name="algorithm-fe-analysis">
            <a:extLst>
              <a:ext uri="{FF2B5EF4-FFF2-40B4-BE49-F238E27FC236}">
                <a16:creationId xmlns:a16="http://schemas.microsoft.com/office/drawing/2014/main" id="{3D2939F5-6192-4A9D-8F9D-4D9ACBFE6786}"/>
              </a:ext>
            </a:extLst>
          </p:cNvPr>
          <p:cNvSpPr>
            <a:spLocks noGrp="1"/>
          </p:cNvSpPr>
          <p:nvPr/>
        </p:nvSpPr>
        <p:spPr>
          <a:xfrm>
            <a:off x="2740250" y="1587889"/>
            <a:ext cx="3753791" cy="512537"/>
          </a:xfrm>
          <a:prstGeom prst="rect">
            <a:avLst/>
          </a:prstGeom>
          <a:noFill/>
          <a:ln w="9525">
            <a:solidFill>
              <a:schemeClr val="tx1"/>
            </a:solidFill>
            <a:prstDash val="solid"/>
          </a:ln>
        </p:spPr>
      </p:sp>
      <p:sp>
        <p:nvSpPr>
          <p:cNvPr id="9" name="algorithm-utilization">
            <a:extLst>
              <a:ext uri="{FF2B5EF4-FFF2-40B4-BE49-F238E27FC236}">
                <a16:creationId xmlns:a16="http://schemas.microsoft.com/office/drawing/2014/main" id="{C776B0AF-4CDF-4480-BBED-A64C2D1D0F3C}"/>
              </a:ext>
            </a:extLst>
          </p:cNvPr>
          <p:cNvSpPr>
            <a:spLocks noGrp="1"/>
          </p:cNvSpPr>
          <p:nvPr/>
        </p:nvSpPr>
        <p:spPr>
          <a:xfrm>
            <a:off x="2740250" y="2233975"/>
            <a:ext cx="3753791" cy="425911"/>
          </a:xfrm>
          <a:prstGeom prst="rect">
            <a:avLst/>
          </a:prstGeom>
          <a:noFill/>
          <a:ln w="9525">
            <a:solidFill>
              <a:schemeClr val="tx1"/>
            </a:solidFill>
            <a:prstDash val="solid"/>
          </a:ln>
        </p:spPr>
      </p:sp>
      <p:sp>
        <p:nvSpPr>
          <p:cNvPr id="10" name="algorithm-filtering">
            <a:extLst>
              <a:ext uri="{FF2B5EF4-FFF2-40B4-BE49-F238E27FC236}">
                <a16:creationId xmlns:a16="http://schemas.microsoft.com/office/drawing/2014/main" id="{478760A8-5A18-4B49-8C3F-AD1FA6BCBB7F}"/>
              </a:ext>
            </a:extLst>
          </p:cNvPr>
          <p:cNvSpPr>
            <a:spLocks noGrp="1"/>
          </p:cNvSpPr>
          <p:nvPr/>
        </p:nvSpPr>
        <p:spPr>
          <a:xfrm>
            <a:off x="2740250" y="2793434"/>
            <a:ext cx="3753791" cy="389817"/>
          </a:xfrm>
          <a:prstGeom prst="rect">
            <a:avLst/>
          </a:prstGeom>
          <a:noFill/>
          <a:ln w="9525">
            <a:solidFill>
              <a:schemeClr val="tx1"/>
            </a:solidFill>
            <a:prstDash val="solid"/>
          </a:ln>
        </p:spPr>
      </p:sp>
      <p:sp>
        <p:nvSpPr>
          <p:cNvPr id="11" name="algorithm-solid-void-update">
            <a:extLst>
              <a:ext uri="{FF2B5EF4-FFF2-40B4-BE49-F238E27FC236}">
                <a16:creationId xmlns:a16="http://schemas.microsoft.com/office/drawing/2014/main" id="{0BEDA0DE-9E0D-44C4-8522-6277478D0335}"/>
              </a:ext>
            </a:extLst>
          </p:cNvPr>
          <p:cNvSpPr>
            <a:spLocks noGrp="1"/>
          </p:cNvSpPr>
          <p:nvPr/>
        </p:nvSpPr>
        <p:spPr>
          <a:xfrm>
            <a:off x="2740250" y="3316797"/>
            <a:ext cx="3753791" cy="519756"/>
          </a:xfrm>
          <a:prstGeom prst="rect">
            <a:avLst/>
          </a:prstGeom>
          <a:noFill/>
          <a:ln w="9525">
            <a:solidFill>
              <a:schemeClr val="tx1"/>
            </a:solidFill>
            <a:prstDash val="solid"/>
          </a:ln>
        </p:spPr>
      </p:sp>
      <p:sp>
        <p:nvSpPr>
          <p:cNvPr id="12" name="algorithm-material-reassignment">
            <a:extLst>
              <a:ext uri="{FF2B5EF4-FFF2-40B4-BE49-F238E27FC236}">
                <a16:creationId xmlns:a16="http://schemas.microsoft.com/office/drawing/2014/main" id="{0BCBC988-4AA2-4956-B680-9502615E9871}"/>
              </a:ext>
            </a:extLst>
          </p:cNvPr>
          <p:cNvSpPr>
            <a:spLocks noGrp="1"/>
          </p:cNvSpPr>
          <p:nvPr/>
        </p:nvSpPr>
        <p:spPr>
          <a:xfrm>
            <a:off x="2740250" y="3970101"/>
            <a:ext cx="3753791" cy="320753"/>
          </a:xfrm>
          <a:prstGeom prst="rect">
            <a:avLst/>
          </a:prstGeom>
          <a:noFill/>
          <a:ln w="9525">
            <a:solidFill>
              <a:schemeClr val="tx1"/>
            </a:solidFill>
            <a:prstDash val="solid"/>
          </a:ln>
        </p:spPr>
      </p:sp>
      <p:sp>
        <p:nvSpPr>
          <p:cNvPr id="13" name="algorithm-convergence">
            <a:extLst>
              <a:ext uri="{FF2B5EF4-FFF2-40B4-BE49-F238E27FC236}">
                <a16:creationId xmlns:a16="http://schemas.microsoft.com/office/drawing/2014/main" id="{A0AD27DE-5263-4EEC-AD07-4D24EF36259A}"/>
              </a:ext>
            </a:extLst>
          </p:cNvPr>
          <p:cNvSpPr>
            <a:spLocks noGrp="1"/>
          </p:cNvSpPr>
          <p:nvPr/>
        </p:nvSpPr>
        <p:spPr>
          <a:xfrm>
            <a:off x="3263615" y="5068069"/>
            <a:ext cx="2707061" cy="386210"/>
          </a:xfrm>
          <a:prstGeom prst="diamond">
            <a:avLst/>
          </a:prstGeom>
          <a:noFill/>
          <a:ln w="9525">
            <a:solidFill>
              <a:schemeClr val="tx1"/>
            </a:solidFill>
            <a:prstDash val="solid"/>
          </a:ln>
        </p:spPr>
      </p:sp>
      <p:sp>
        <p:nvSpPr>
          <p:cNvPr id="14" name="algorithm-final-response">
            <a:extLst>
              <a:ext uri="{FF2B5EF4-FFF2-40B4-BE49-F238E27FC236}">
                <a16:creationId xmlns:a16="http://schemas.microsoft.com/office/drawing/2014/main" id="{07F38464-0F28-4299-A0DE-DAD269BAC0B0}"/>
              </a:ext>
            </a:extLst>
          </p:cNvPr>
          <p:cNvSpPr>
            <a:spLocks noGrp="1"/>
          </p:cNvSpPr>
          <p:nvPr/>
        </p:nvSpPr>
        <p:spPr>
          <a:xfrm>
            <a:off x="2740250" y="5631140"/>
            <a:ext cx="3753791" cy="501710"/>
          </a:xfrm>
          <a:prstGeom prst="rect">
            <a:avLst/>
          </a:prstGeom>
          <a:noFill/>
          <a:ln w="9525">
            <a:solidFill>
              <a:schemeClr val="tx1"/>
            </a:solidFill>
            <a:prstDash val="solid"/>
          </a:ln>
        </p:spPr>
      </p:sp>
      <p:sp>
        <p:nvSpPr>
          <p:cNvPr id="15" name="repository-user-input">
            <a:extLst>
              <a:ext uri="{FF2B5EF4-FFF2-40B4-BE49-F238E27FC236}">
                <a16:creationId xmlns:a16="http://schemas.microsoft.com/office/drawing/2014/main" id="{8DDB496F-ACE2-4556-AA75-9A4B40EC9939}"/>
              </a:ext>
            </a:extLst>
          </p:cNvPr>
          <p:cNvSpPr>
            <a:spLocks noGrp="1"/>
          </p:cNvSpPr>
          <p:nvPr/>
        </p:nvSpPr>
        <p:spPr>
          <a:xfrm>
            <a:off x="7150280" y="409210"/>
            <a:ext cx="2237831" cy="360000"/>
          </a:xfrm>
          <a:prstGeom prst="rect">
            <a:avLst/>
          </a:prstGeom>
          <a:solidFill>
            <a:schemeClr val="bg1"/>
          </a:solidFill>
          <a:ln w="9525">
            <a:solidFill>
              <a:schemeClr val="tx1"/>
            </a:solidFill>
            <a:prstDash val="solid"/>
          </a:ln>
        </p:spPr>
      </p:sp>
      <p:sp>
        <p:nvSpPr>
          <p:cNvPr id="17" name="repository-examples">
            <a:extLst>
              <a:ext uri="{FF2B5EF4-FFF2-40B4-BE49-F238E27FC236}">
                <a16:creationId xmlns:a16="http://schemas.microsoft.com/office/drawing/2014/main" id="{3F3C4C83-48A1-4D7B-87D3-DE8E2B6450C5}"/>
              </a:ext>
            </a:extLst>
          </p:cNvPr>
          <p:cNvSpPr>
            <a:spLocks noGrp="1"/>
          </p:cNvSpPr>
          <p:nvPr/>
        </p:nvSpPr>
        <p:spPr>
          <a:xfrm>
            <a:off x="7150280" y="1145370"/>
            <a:ext cx="2237837" cy="328089"/>
          </a:xfrm>
          <a:prstGeom prst="rect">
            <a:avLst/>
          </a:prstGeom>
          <a:solidFill>
            <a:schemeClr val="bg1"/>
          </a:solidFill>
          <a:ln w="9525">
            <a:solidFill>
              <a:schemeClr val="tx1"/>
            </a:solidFill>
            <a:prstDash val="solid"/>
          </a:ln>
        </p:spPr>
      </p:sp>
      <p:sp>
        <p:nvSpPr>
          <p:cNvPr id="18" name="repository-standard-solver">
            <a:extLst>
              <a:ext uri="{FF2B5EF4-FFF2-40B4-BE49-F238E27FC236}">
                <a16:creationId xmlns:a16="http://schemas.microsoft.com/office/drawing/2014/main" id="{E11E2F83-1F4E-4188-9F66-AA76DFF8D373}"/>
              </a:ext>
            </a:extLst>
          </p:cNvPr>
          <p:cNvSpPr>
            <a:spLocks noGrp="1"/>
          </p:cNvSpPr>
          <p:nvPr/>
        </p:nvSpPr>
        <p:spPr>
          <a:xfrm>
            <a:off x="8436331" y="2133699"/>
            <a:ext cx="949773" cy="555850"/>
          </a:xfrm>
          <a:prstGeom prst="rect">
            <a:avLst/>
          </a:prstGeom>
          <a:solidFill>
            <a:schemeClr val="bg1"/>
          </a:solidFill>
          <a:ln w="9525">
            <a:solidFill>
              <a:schemeClr val="tx1"/>
            </a:solidFill>
            <a:prstDash val="solid"/>
          </a:ln>
        </p:spPr>
      </p:sp>
      <p:sp>
        <p:nvSpPr>
          <p:cNvPr id="19" name="repository-extended-solver">
            <a:extLst>
              <a:ext uri="{FF2B5EF4-FFF2-40B4-BE49-F238E27FC236}">
                <a16:creationId xmlns:a16="http://schemas.microsoft.com/office/drawing/2014/main" id="{9F1BF438-D04C-44A7-9928-2BC12DD098C5}"/>
              </a:ext>
            </a:extLst>
          </p:cNvPr>
          <p:cNvSpPr>
            <a:spLocks noGrp="1"/>
          </p:cNvSpPr>
          <p:nvPr/>
        </p:nvSpPr>
        <p:spPr>
          <a:xfrm>
            <a:off x="7150280" y="2134632"/>
            <a:ext cx="1209154" cy="1129803"/>
          </a:xfrm>
          <a:prstGeom prst="rect">
            <a:avLst/>
          </a:prstGeom>
          <a:solidFill>
            <a:schemeClr val="bg1"/>
          </a:solidFill>
          <a:ln w="9525">
            <a:solidFill>
              <a:schemeClr val="tx1">
                <a:lumMod val="65000"/>
                <a:lumOff val="35000"/>
              </a:schemeClr>
            </a:solidFill>
            <a:prstDash val="solid"/>
          </a:ln>
        </p:spPr>
      </p:sp>
      <p:sp>
        <p:nvSpPr>
          <p:cNvPr id="21" name="repository-result-structure">
            <a:extLst>
              <a:ext uri="{FF2B5EF4-FFF2-40B4-BE49-F238E27FC236}">
                <a16:creationId xmlns:a16="http://schemas.microsoft.com/office/drawing/2014/main" id="{592F34E4-FA65-4238-8FF3-C9C1110FB4CB}"/>
              </a:ext>
            </a:extLst>
          </p:cNvPr>
          <p:cNvSpPr>
            <a:spLocks noGrp="1"/>
          </p:cNvSpPr>
          <p:nvPr/>
        </p:nvSpPr>
        <p:spPr>
          <a:xfrm>
            <a:off x="7150280" y="4158172"/>
            <a:ext cx="2235824" cy="565694"/>
          </a:xfrm>
          <a:prstGeom prst="rect">
            <a:avLst/>
          </a:prstGeom>
          <a:solidFill>
            <a:schemeClr val="bg1"/>
          </a:solidFill>
          <a:ln w="9525">
            <a:solidFill>
              <a:schemeClr val="tx1"/>
            </a:solidFill>
            <a:prstDash val="solid"/>
          </a:ln>
        </p:spPr>
      </p:sp>
      <p:sp>
        <p:nvSpPr>
          <p:cNvPr id="22" name="repository-visualization">
            <a:extLst>
              <a:ext uri="{FF2B5EF4-FFF2-40B4-BE49-F238E27FC236}">
                <a16:creationId xmlns:a16="http://schemas.microsoft.com/office/drawing/2014/main" id="{A4E65566-5E7D-4A50-9BDC-7AC908752A48}"/>
              </a:ext>
            </a:extLst>
          </p:cNvPr>
          <p:cNvSpPr>
            <a:spLocks noGrp="1"/>
          </p:cNvSpPr>
          <p:nvPr/>
        </p:nvSpPr>
        <p:spPr>
          <a:xfrm>
            <a:off x="7149794" y="5038538"/>
            <a:ext cx="2235823" cy="360000"/>
          </a:xfrm>
          <a:prstGeom prst="rect">
            <a:avLst/>
          </a:prstGeom>
          <a:solidFill>
            <a:schemeClr val="bg1"/>
          </a:solidFill>
          <a:ln w="9525">
            <a:solidFill>
              <a:schemeClr val="tx1"/>
            </a:solidFill>
            <a:prstDash val="solid"/>
          </a:ln>
        </p:spPr>
      </p:sp>
      <p:sp>
        <p:nvSpPr>
          <p:cNvPr id="25" name="self-weight-route-2">
            <a:extLst>
              <a:ext uri="{FF2B5EF4-FFF2-40B4-BE49-F238E27FC236}">
                <a16:creationId xmlns:a16="http://schemas.microsoft.com/office/drawing/2014/main" id="{B7DBF2C4-5787-487B-B27F-F471BEA8C8E0}"/>
              </a:ext>
            </a:extLst>
          </p:cNvPr>
          <p:cNvSpPr>
            <a:spLocks noGrp="1"/>
          </p:cNvSpPr>
          <p:nvPr/>
        </p:nvSpPr>
        <p:spPr>
          <a:xfrm>
            <a:off x="6918080" y="3480823"/>
            <a:ext cx="28875" cy="28875"/>
          </a:xfrm>
          <a:prstGeom prst="ellipse">
            <a:avLst/>
          </a:prstGeom>
          <a:noFill/>
          <a:ln w="0">
            <a:noFill/>
            <a:prstDash val="solid"/>
          </a:ln>
        </p:spPr>
      </p:sp>
      <p:sp>
        <p:nvSpPr>
          <p:cNvPr id="26" name="self-weight-route-3">
            <a:extLst>
              <a:ext uri="{FF2B5EF4-FFF2-40B4-BE49-F238E27FC236}">
                <a16:creationId xmlns:a16="http://schemas.microsoft.com/office/drawing/2014/main" id="{60775D76-AF03-41A4-89F1-2899A154A687}"/>
              </a:ext>
            </a:extLst>
          </p:cNvPr>
          <p:cNvSpPr>
            <a:spLocks noGrp="1"/>
          </p:cNvSpPr>
          <p:nvPr/>
        </p:nvSpPr>
        <p:spPr>
          <a:xfrm>
            <a:off x="6918080" y="1585880"/>
            <a:ext cx="28875" cy="28875"/>
          </a:xfrm>
          <a:prstGeom prst="ellipse">
            <a:avLst/>
          </a:prstGeom>
          <a:noFill/>
          <a:ln w="0">
            <a:noFill/>
            <a:prstDash val="solid"/>
          </a:ln>
        </p:spPr>
      </p:sp>
      <p:sp>
        <p:nvSpPr>
          <p:cNvPr id="28" name="masks-route-2">
            <a:extLst>
              <a:ext uri="{FF2B5EF4-FFF2-40B4-BE49-F238E27FC236}">
                <a16:creationId xmlns:a16="http://schemas.microsoft.com/office/drawing/2014/main" id="{3AD52D61-66E9-4ED0-9E08-3FA498857571}"/>
              </a:ext>
            </a:extLst>
          </p:cNvPr>
          <p:cNvSpPr>
            <a:spLocks noGrp="1"/>
          </p:cNvSpPr>
          <p:nvPr/>
        </p:nvSpPr>
        <p:spPr>
          <a:xfrm>
            <a:off x="6840544" y="3607152"/>
            <a:ext cx="28875" cy="28875"/>
          </a:xfrm>
          <a:prstGeom prst="ellipse">
            <a:avLst/>
          </a:prstGeom>
          <a:noFill/>
          <a:ln w="0">
            <a:noFill/>
            <a:prstDash val="solid"/>
          </a:ln>
        </p:spPr>
      </p:sp>
      <p:sp>
        <p:nvSpPr>
          <p:cNvPr id="29" name="masks-route-3">
            <a:extLst>
              <a:ext uri="{FF2B5EF4-FFF2-40B4-BE49-F238E27FC236}">
                <a16:creationId xmlns:a16="http://schemas.microsoft.com/office/drawing/2014/main" id="{B250D55B-AA53-45FA-BFC2-45A09086D0EC}"/>
              </a:ext>
            </a:extLst>
          </p:cNvPr>
          <p:cNvSpPr>
            <a:spLocks noGrp="1"/>
          </p:cNvSpPr>
          <p:nvPr/>
        </p:nvSpPr>
        <p:spPr>
          <a:xfrm>
            <a:off x="6840544" y="3318399"/>
            <a:ext cx="28875" cy="28875"/>
          </a:xfrm>
          <a:prstGeom prst="ellipse">
            <a:avLst/>
          </a:prstGeom>
          <a:noFill/>
          <a:ln w="0">
            <a:noFill/>
            <a:prstDash val="solid"/>
          </a:ln>
        </p:spPr>
      </p:sp>
      <p:cxnSp>
        <p:nvCxnSpPr>
          <p:cNvPr id="34" name="직선 화살표 연결선 33">
            <a:extLst>
              <a:ext uri="{FF2B5EF4-FFF2-40B4-BE49-F238E27FC236}">
                <a16:creationId xmlns:a16="http://schemas.microsoft.com/office/drawing/2014/main" id="{8D1BDE30-FD2E-40B7-8758-0D0272F1F40E}"/>
              </a:ext>
            </a:extLst>
          </p:cNvPr>
          <p:cNvCxnSpPr/>
          <p:nvPr/>
        </p:nvCxnSpPr>
        <p:spPr>
          <a:xfrm>
            <a:off x="4617143" y="647434"/>
            <a:ext cx="0" cy="140767"/>
          </a:xfrm>
          <a:prstGeom prst="straightConnector1">
            <a:avLst/>
          </a:prstGeom>
          <a:ln w="9525">
            <a:solidFill>
              <a:srgbClr val="3F454A"/>
            </a:solidFill>
            <a:prstDash val="solid"/>
            <a:headEnd w="med" len="med"/>
            <a:tailEnd type="triangle" w="med" len="med"/>
          </a:ln>
        </p:spPr>
      </p:cxnSp>
      <p:cxnSp>
        <p:nvCxnSpPr>
          <p:cNvPr id="35" name="직선 화살표 연결선 34">
            <a:extLst>
              <a:ext uri="{FF2B5EF4-FFF2-40B4-BE49-F238E27FC236}">
                <a16:creationId xmlns:a16="http://schemas.microsoft.com/office/drawing/2014/main" id="{1A9B0656-4E6B-418C-A7BB-1C62D029DBB2}"/>
              </a:ext>
            </a:extLst>
          </p:cNvPr>
          <p:cNvCxnSpPr/>
          <p:nvPr/>
        </p:nvCxnSpPr>
        <p:spPr>
          <a:xfrm>
            <a:off x="4617143" y="1436294"/>
            <a:ext cx="0" cy="151595"/>
          </a:xfrm>
          <a:prstGeom prst="straightConnector1">
            <a:avLst/>
          </a:prstGeom>
          <a:ln w="9525">
            <a:solidFill>
              <a:srgbClr val="3F454A"/>
            </a:solidFill>
            <a:prstDash val="solid"/>
            <a:headEnd w="med" len="med"/>
            <a:tailEnd type="triangle" w="med" len="med"/>
          </a:ln>
        </p:spPr>
      </p:cxnSp>
      <p:cxnSp>
        <p:nvCxnSpPr>
          <p:cNvPr id="36" name="직선 화살표 연결선 35">
            <a:extLst>
              <a:ext uri="{FF2B5EF4-FFF2-40B4-BE49-F238E27FC236}">
                <a16:creationId xmlns:a16="http://schemas.microsoft.com/office/drawing/2014/main" id="{03DC6CDA-BEEE-4389-9E26-6FBE6DF1E782}"/>
              </a:ext>
            </a:extLst>
          </p:cNvPr>
          <p:cNvCxnSpPr/>
          <p:nvPr/>
        </p:nvCxnSpPr>
        <p:spPr>
          <a:xfrm>
            <a:off x="4617143" y="2100426"/>
            <a:ext cx="0" cy="133548"/>
          </a:xfrm>
          <a:prstGeom prst="straightConnector1">
            <a:avLst/>
          </a:prstGeom>
          <a:ln w="9525">
            <a:solidFill>
              <a:srgbClr val="3F454A"/>
            </a:solidFill>
            <a:prstDash val="solid"/>
            <a:headEnd w="med" len="med"/>
            <a:tailEnd type="triangle" w="med" len="med"/>
          </a:ln>
        </p:spPr>
      </p:cxnSp>
      <p:cxnSp>
        <p:nvCxnSpPr>
          <p:cNvPr id="37" name="직선 화살표 연결선 36">
            <a:extLst>
              <a:ext uri="{FF2B5EF4-FFF2-40B4-BE49-F238E27FC236}">
                <a16:creationId xmlns:a16="http://schemas.microsoft.com/office/drawing/2014/main" id="{4F161256-5B0E-48E3-B5D7-8B553FC60177}"/>
              </a:ext>
            </a:extLst>
          </p:cNvPr>
          <p:cNvCxnSpPr/>
          <p:nvPr/>
        </p:nvCxnSpPr>
        <p:spPr>
          <a:xfrm>
            <a:off x="4617143" y="2659885"/>
            <a:ext cx="0" cy="133548"/>
          </a:xfrm>
          <a:prstGeom prst="straightConnector1">
            <a:avLst/>
          </a:prstGeom>
          <a:ln w="9525">
            <a:solidFill>
              <a:srgbClr val="3F454A"/>
            </a:solidFill>
            <a:prstDash val="solid"/>
            <a:headEnd w="med" len="med"/>
            <a:tailEnd type="triangle" w="med" len="med"/>
          </a:ln>
        </p:spPr>
      </p:cxnSp>
      <p:cxnSp>
        <p:nvCxnSpPr>
          <p:cNvPr id="38" name="직선 화살표 연결선 37">
            <a:extLst>
              <a:ext uri="{FF2B5EF4-FFF2-40B4-BE49-F238E27FC236}">
                <a16:creationId xmlns:a16="http://schemas.microsoft.com/office/drawing/2014/main" id="{18D451C7-A388-46EC-9EFA-3E93787CC0A6}"/>
              </a:ext>
            </a:extLst>
          </p:cNvPr>
          <p:cNvCxnSpPr/>
          <p:nvPr/>
        </p:nvCxnSpPr>
        <p:spPr>
          <a:xfrm>
            <a:off x="4617143" y="3183250"/>
            <a:ext cx="0" cy="133548"/>
          </a:xfrm>
          <a:prstGeom prst="straightConnector1">
            <a:avLst/>
          </a:prstGeom>
          <a:ln w="9525">
            <a:solidFill>
              <a:srgbClr val="3F454A"/>
            </a:solidFill>
            <a:prstDash val="solid"/>
            <a:headEnd w="med" len="med"/>
            <a:tailEnd type="triangle" w="med" len="med"/>
          </a:ln>
        </p:spPr>
      </p:cxnSp>
      <p:cxnSp>
        <p:nvCxnSpPr>
          <p:cNvPr id="39" name="직선 화살표 연결선 38">
            <a:extLst>
              <a:ext uri="{FF2B5EF4-FFF2-40B4-BE49-F238E27FC236}">
                <a16:creationId xmlns:a16="http://schemas.microsoft.com/office/drawing/2014/main" id="{4F5A4CA6-478D-488C-B401-0D8BA2ADC285}"/>
              </a:ext>
            </a:extLst>
          </p:cNvPr>
          <p:cNvCxnSpPr/>
          <p:nvPr/>
        </p:nvCxnSpPr>
        <p:spPr>
          <a:xfrm>
            <a:off x="4617143" y="3836554"/>
            <a:ext cx="0" cy="133548"/>
          </a:xfrm>
          <a:prstGeom prst="straightConnector1">
            <a:avLst/>
          </a:prstGeom>
          <a:ln w="9525">
            <a:solidFill>
              <a:srgbClr val="3F454A"/>
            </a:solidFill>
            <a:prstDash val="solid"/>
            <a:headEnd w="med" len="med"/>
            <a:tailEnd type="triangle" w="med" len="med"/>
          </a:ln>
        </p:spPr>
      </p:cxnSp>
      <p:cxnSp>
        <p:nvCxnSpPr>
          <p:cNvPr id="40" name="직선 화살표 연결선 39">
            <a:extLst>
              <a:ext uri="{FF2B5EF4-FFF2-40B4-BE49-F238E27FC236}">
                <a16:creationId xmlns:a16="http://schemas.microsoft.com/office/drawing/2014/main" id="{4B6756DF-66DF-40E0-A0B5-17C241FB5D6C}"/>
              </a:ext>
            </a:extLst>
          </p:cNvPr>
          <p:cNvCxnSpPr>
            <a:cxnSpLocks/>
            <a:endCxn id="13" idx="0"/>
          </p:cNvCxnSpPr>
          <p:nvPr/>
        </p:nvCxnSpPr>
        <p:spPr>
          <a:xfrm>
            <a:off x="4617143" y="4912238"/>
            <a:ext cx="3" cy="155831"/>
          </a:xfrm>
          <a:prstGeom prst="straightConnector1">
            <a:avLst/>
          </a:prstGeom>
          <a:ln w="9525">
            <a:solidFill>
              <a:srgbClr val="3F454A"/>
            </a:solidFill>
            <a:prstDash val="solid"/>
            <a:headEnd w="med" len="med"/>
            <a:tailEnd type="triangle" w="med" len="med"/>
          </a:ln>
        </p:spPr>
      </p:cxnSp>
      <p:cxnSp>
        <p:nvCxnSpPr>
          <p:cNvPr id="41" name="연결선: 꺾임 40">
            <a:extLst>
              <a:ext uri="{FF2B5EF4-FFF2-40B4-BE49-F238E27FC236}">
                <a16:creationId xmlns:a16="http://schemas.microsoft.com/office/drawing/2014/main" id="{F0330A76-FA01-48D5-9902-A66F57C4A5C4}"/>
              </a:ext>
            </a:extLst>
          </p:cNvPr>
          <p:cNvCxnSpPr>
            <a:cxnSpLocks/>
            <a:stCxn id="13" idx="1"/>
            <a:endCxn id="9" idx="1"/>
          </p:cNvCxnSpPr>
          <p:nvPr/>
        </p:nvCxnSpPr>
        <p:spPr>
          <a:xfrm rot="10800000">
            <a:off x="2740251" y="2446932"/>
            <a:ext cx="523365" cy="2814243"/>
          </a:xfrm>
          <a:prstGeom prst="bentConnector3">
            <a:avLst>
              <a:gd name="adj1" fmla="val 129119"/>
            </a:avLst>
          </a:prstGeom>
          <a:ln w="9525">
            <a:solidFill>
              <a:srgbClr val="3F454A"/>
            </a:solidFill>
            <a:prstDash val="solid"/>
            <a:headEnd w="med" len="med"/>
            <a:tailEnd type="triangle" w="med" len="med"/>
          </a:ln>
        </p:spPr>
      </p:cxnSp>
      <p:cxnSp>
        <p:nvCxnSpPr>
          <p:cNvPr id="42" name="직선 화살표 연결선 41">
            <a:extLst>
              <a:ext uri="{FF2B5EF4-FFF2-40B4-BE49-F238E27FC236}">
                <a16:creationId xmlns:a16="http://schemas.microsoft.com/office/drawing/2014/main" id="{8614D916-3237-4641-8E63-418CDD0C8B5C}"/>
              </a:ext>
            </a:extLst>
          </p:cNvPr>
          <p:cNvCxnSpPr>
            <a:cxnSpLocks/>
            <a:stCxn id="13" idx="2"/>
          </p:cNvCxnSpPr>
          <p:nvPr/>
        </p:nvCxnSpPr>
        <p:spPr>
          <a:xfrm flipH="1">
            <a:off x="4617143" y="5454279"/>
            <a:ext cx="3" cy="176864"/>
          </a:xfrm>
          <a:prstGeom prst="straightConnector1">
            <a:avLst/>
          </a:prstGeom>
          <a:ln w="9525">
            <a:solidFill>
              <a:srgbClr val="3F454A"/>
            </a:solidFill>
            <a:prstDash val="solid"/>
            <a:headEnd w="med" len="med"/>
            <a:tailEnd type="triangle" w="med" len="med"/>
          </a:ln>
        </p:spPr>
      </p:cxnSp>
      <p:cxnSp>
        <p:nvCxnSpPr>
          <p:cNvPr id="43" name="직선 화살표 연결선 42">
            <a:extLst>
              <a:ext uri="{FF2B5EF4-FFF2-40B4-BE49-F238E27FC236}">
                <a16:creationId xmlns:a16="http://schemas.microsoft.com/office/drawing/2014/main" id="{1102756B-CD1E-4960-8CEC-B5D82A670BBE}"/>
              </a:ext>
            </a:extLst>
          </p:cNvPr>
          <p:cNvCxnSpPr>
            <a:cxnSpLocks/>
            <a:stCxn id="15" idx="2"/>
            <a:endCxn id="17" idx="0"/>
          </p:cNvCxnSpPr>
          <p:nvPr/>
        </p:nvCxnSpPr>
        <p:spPr>
          <a:xfrm>
            <a:off x="8269196" y="769210"/>
            <a:ext cx="3" cy="376160"/>
          </a:xfrm>
          <a:prstGeom prst="straightConnector1">
            <a:avLst/>
          </a:prstGeom>
          <a:ln w="9525">
            <a:solidFill>
              <a:srgbClr val="3F454A"/>
            </a:solidFill>
            <a:prstDash val="solid"/>
            <a:headEnd w="med" len="med"/>
            <a:tailEnd type="triangle" w="med" len="med"/>
          </a:ln>
        </p:spPr>
      </p:cxnSp>
      <p:cxnSp>
        <p:nvCxnSpPr>
          <p:cNvPr id="53" name="직선 화살표 연결선 52">
            <a:extLst>
              <a:ext uri="{FF2B5EF4-FFF2-40B4-BE49-F238E27FC236}">
                <a16:creationId xmlns:a16="http://schemas.microsoft.com/office/drawing/2014/main" id="{9E59FAA6-F18E-4122-8536-7980AD8D13B7}"/>
              </a:ext>
            </a:extLst>
          </p:cNvPr>
          <p:cNvCxnSpPr>
            <a:cxnSpLocks/>
          </p:cNvCxnSpPr>
          <p:nvPr/>
        </p:nvCxnSpPr>
        <p:spPr>
          <a:xfrm>
            <a:off x="7099389" y="5785024"/>
            <a:ext cx="252000" cy="0"/>
          </a:xfrm>
          <a:prstGeom prst="straightConnector1">
            <a:avLst/>
          </a:prstGeom>
          <a:ln w="9525">
            <a:solidFill>
              <a:srgbClr val="3F454A"/>
            </a:solidFill>
            <a:prstDash val="solid"/>
            <a:headEnd w="med" len="med"/>
            <a:tailEnd type="triangle" w="med" len="med"/>
          </a:ln>
        </p:spPr>
      </p:cxnSp>
      <p:sp>
        <p:nvSpPr>
          <p:cNvPr id="55" name="start-label">
            <a:extLst>
              <a:ext uri="{FF2B5EF4-FFF2-40B4-BE49-F238E27FC236}">
                <a16:creationId xmlns:a16="http://schemas.microsoft.com/office/drawing/2014/main" id="{7CA58048-AC21-4853-B033-578FDE772E11}"/>
              </a:ext>
            </a:extLst>
          </p:cNvPr>
          <p:cNvSpPr>
            <a:spLocks noGrp="1"/>
          </p:cNvSpPr>
          <p:nvPr/>
        </p:nvSpPr>
        <p:spPr>
          <a:xfrm>
            <a:off x="3725620" y="452524"/>
            <a:ext cx="1783051" cy="151595"/>
          </a:xfrm>
          <a:prstGeom prst="rect">
            <a:avLst/>
          </a:prstGeom>
          <a:noFill/>
          <a:ln w="0">
            <a:noFill/>
            <a:prstDash val="solid"/>
          </a:ln>
        </p:spPr>
        <p:txBody>
          <a:bodyPr wrap="square" lIns="14438" tIns="7219" rIns="14438" bIns="7219" anchor="ctr">
            <a:noAutofit/>
          </a:bodyPr>
          <a:lstStyle/>
          <a:p>
            <a:pPr algn="ctr">
              <a:lnSpc>
                <a:spcPct val="100000"/>
              </a:lnSpc>
              <a:buNone/>
              <a:defRPr sz="2025" b="1" i="0">
                <a:solidFill>
                  <a:srgbClr val="202428"/>
                </a:solidFill>
                <a:latin typeface="Arial"/>
                <a:ea typeface="Arial"/>
                <a:cs typeface="Arial"/>
              </a:defRPr>
            </a:pPr>
            <a:r>
              <a:rPr sz="1000" b="1" dirty="0">
                <a:solidFill>
                  <a:srgbClr val="202428"/>
                </a:solidFill>
                <a:latin typeface="Times New Roman" panose="02020603050405020304" pitchFamily="18" charset="0"/>
                <a:ea typeface="Arial"/>
                <a:cs typeface="Times New Roman" panose="02020603050405020304" pitchFamily="18" charset="0"/>
              </a:rPr>
              <a:t>Start and initialize </a:t>
            </a:r>
            <a:r>
              <a:rPr lang="en-US" altLang="ko-KR" sz="1000" b="1" i="1" dirty="0">
                <a:solidFill>
                  <a:srgbClr val="202428"/>
                </a:solidFill>
                <a:latin typeface="Times New Roman" panose="02020603050405020304" pitchFamily="18" charset="0"/>
                <a:ea typeface="Arial"/>
                <a:cs typeface="Times New Roman" panose="02020603050405020304" pitchFamily="18" charset="0"/>
              </a:rPr>
              <a:t>x</a:t>
            </a:r>
            <a:r>
              <a:rPr lang="en-US" altLang="ko-KR" sz="1000" b="1" i="1" baseline="-25000" dirty="0">
                <a:solidFill>
                  <a:srgbClr val="202428"/>
                </a:solidFill>
                <a:latin typeface="Times New Roman" panose="02020603050405020304" pitchFamily="18" charset="0"/>
                <a:ea typeface="Arial"/>
                <a:cs typeface="Times New Roman" panose="02020603050405020304" pitchFamily="18" charset="0"/>
              </a:rPr>
              <a:t>i</a:t>
            </a:r>
            <a:r>
              <a:rPr lang="en-US" sz="1000" b="1" dirty="0">
                <a:solidFill>
                  <a:srgbClr val="202428"/>
                </a:solidFill>
                <a:latin typeface="Times New Roman" panose="02020603050405020304" pitchFamily="18" charset="0"/>
                <a:ea typeface="Arial"/>
                <a:cs typeface="Times New Roman" panose="02020603050405020304" pitchFamily="18" charset="0"/>
              </a:rPr>
              <a:t>, </a:t>
            </a:r>
            <a:r>
              <a:rPr lang="en-US" sz="1000" b="1" i="1" dirty="0">
                <a:solidFill>
                  <a:srgbClr val="202428"/>
                </a:solidFill>
                <a:latin typeface="Times New Roman" panose="02020603050405020304" pitchFamily="18" charset="0"/>
                <a:ea typeface="Arial"/>
                <a:cs typeface="Times New Roman" panose="02020603050405020304" pitchFamily="18" charset="0"/>
              </a:rPr>
              <a:t>m</a:t>
            </a:r>
            <a:r>
              <a:rPr lang="en-US" sz="1000" b="1" i="1" baseline="-25000" dirty="0">
                <a:solidFill>
                  <a:srgbClr val="202428"/>
                </a:solidFill>
                <a:latin typeface="Times New Roman" panose="02020603050405020304" pitchFamily="18" charset="0"/>
                <a:ea typeface="Arial"/>
                <a:cs typeface="Times New Roman" panose="02020603050405020304" pitchFamily="18" charset="0"/>
              </a:rPr>
              <a:t>i</a:t>
            </a:r>
            <a:r>
              <a:rPr lang="en-US" sz="1000" b="1" dirty="0">
                <a:solidFill>
                  <a:srgbClr val="202428"/>
                </a:solidFill>
                <a:latin typeface="Times New Roman" panose="02020603050405020304" pitchFamily="18" charset="0"/>
                <a:ea typeface="Arial"/>
                <a:cs typeface="Times New Roman" panose="02020603050405020304" pitchFamily="18" charset="0"/>
              </a:rPr>
              <a:t>, and </a:t>
            </a:r>
            <a:r>
              <a:rPr lang="en-US" altLang="ko-KR" sz="1000" b="1" i="1" dirty="0" err="1">
                <a:solidFill>
                  <a:srgbClr val="202428"/>
                </a:solidFill>
                <a:latin typeface="Times New Roman" panose="02020603050405020304" pitchFamily="18" charset="0"/>
                <a:ea typeface="Arial"/>
                <a:cs typeface="Times New Roman" panose="02020603050405020304" pitchFamily="18" charset="0"/>
              </a:rPr>
              <a:t>η</a:t>
            </a:r>
            <a:r>
              <a:rPr lang="en-US" altLang="ko-KR" sz="1000" b="1" i="1" baseline="-25000" dirty="0" err="1">
                <a:solidFill>
                  <a:srgbClr val="202428"/>
                </a:solidFill>
                <a:latin typeface="Times New Roman" panose="02020603050405020304" pitchFamily="18" charset="0"/>
                <a:ea typeface="Arial"/>
                <a:cs typeface="Times New Roman" panose="02020603050405020304" pitchFamily="18" charset="0"/>
              </a:rPr>
              <a:t>i</a:t>
            </a:r>
            <a:endParaRPr sz="1000" b="1" dirty="0">
              <a:solidFill>
                <a:srgbClr val="202428"/>
              </a:solidFill>
              <a:latin typeface="Times New Roman" panose="02020603050405020304" pitchFamily="18" charset="0"/>
              <a:ea typeface="Arial"/>
              <a:cs typeface="Times New Roman" panose="02020603050405020304" pitchFamily="18" charset="0"/>
            </a:endParaRPr>
          </a:p>
        </p:txBody>
      </p:sp>
      <p:sp>
        <p:nvSpPr>
          <p:cNvPr id="56" name="init-heading">
            <a:extLst>
              <a:ext uri="{FF2B5EF4-FFF2-40B4-BE49-F238E27FC236}">
                <a16:creationId xmlns:a16="http://schemas.microsoft.com/office/drawing/2014/main" id="{481D1CF0-440B-442B-94FF-5450BF57FE53}"/>
              </a:ext>
            </a:extLst>
          </p:cNvPr>
          <p:cNvSpPr>
            <a:spLocks noGrp="1"/>
          </p:cNvSpPr>
          <p:nvPr/>
        </p:nvSpPr>
        <p:spPr>
          <a:xfrm>
            <a:off x="2830483" y="824292"/>
            <a:ext cx="3573320" cy="122720"/>
          </a:xfrm>
          <a:prstGeom prst="rect">
            <a:avLst/>
          </a:prstGeom>
          <a:noFill/>
          <a:ln w="0">
            <a:noFill/>
            <a:prstDash val="solid"/>
          </a:ln>
        </p:spPr>
        <p:txBody>
          <a:bodyPr wrap="square" lIns="14438" tIns="7219" rIns="14438" bIns="7219" anchor="ctr">
            <a:noAutofit/>
          </a:bodyPr>
          <a:lstStyle/>
          <a:p>
            <a:pPr algn="ctr">
              <a:lnSpc>
                <a:spcPct val="100000"/>
              </a:lnSpc>
              <a:buNone/>
              <a:defRPr sz="2025" b="1" i="0">
                <a:solidFill>
                  <a:srgbClr val="202428"/>
                </a:solidFill>
                <a:latin typeface="Arial"/>
                <a:ea typeface="Arial"/>
                <a:cs typeface="Arial"/>
              </a:defRPr>
            </a:pPr>
            <a:r>
              <a:rPr sz="1000" b="1" dirty="0">
                <a:solidFill>
                  <a:srgbClr val="202428"/>
                </a:solidFill>
                <a:latin typeface="Times New Roman" panose="02020603050405020304" pitchFamily="18" charset="0"/>
                <a:ea typeface="Arial"/>
                <a:cs typeface="Times New Roman" panose="02020603050405020304" pitchFamily="18" charset="0"/>
              </a:rPr>
              <a:t>1. Problem definition and FE preparation</a:t>
            </a:r>
          </a:p>
        </p:txBody>
      </p:sp>
      <p:sp>
        <p:nvSpPr>
          <p:cNvPr id="57" name="init-body">
            <a:extLst>
              <a:ext uri="{FF2B5EF4-FFF2-40B4-BE49-F238E27FC236}">
                <a16:creationId xmlns:a16="http://schemas.microsoft.com/office/drawing/2014/main" id="{E0FFA58E-2DFD-4621-BBFF-B8EF66E59385}"/>
              </a:ext>
            </a:extLst>
          </p:cNvPr>
          <p:cNvSpPr>
            <a:spLocks noGrp="1"/>
          </p:cNvSpPr>
          <p:nvPr/>
        </p:nvSpPr>
        <p:spPr>
          <a:xfrm>
            <a:off x="2875601" y="1001153"/>
            <a:ext cx="3311639" cy="173251"/>
          </a:xfrm>
          <a:prstGeom prst="rect">
            <a:avLst/>
          </a:prstGeom>
          <a:noFill/>
          <a:ln w="0">
            <a:noFill/>
            <a:prstDash val="solid"/>
          </a:ln>
        </p:spPr>
        <p:txBody>
          <a:bodyPr wrap="square" lIns="14438" tIns="7219" rIns="14438" bIns="7219" anchor="ctr">
            <a:noAutofit/>
          </a:bodyPr>
          <a:lstStyle/>
          <a:p>
            <a:pPr algn="ctr">
              <a:buNone/>
              <a:defRPr sz="1725" b="0" i="0">
                <a:solidFill>
                  <a:srgbClr val="2F363B"/>
                </a:solidFill>
                <a:latin typeface="Arial"/>
                <a:ea typeface="Arial"/>
                <a:cs typeface="Arial"/>
              </a:defRPr>
            </a:pPr>
            <a:r>
              <a:rPr sz="1000" dirty="0">
                <a:latin typeface="Times New Roman" panose="02020603050405020304" pitchFamily="18" charset="0"/>
                <a:ea typeface="Arial"/>
                <a:cs typeface="Times New Roman" panose="02020603050405020304" pitchFamily="18" charset="0"/>
              </a:rPr>
              <a:t>Design domain, materials, loads, boundary conditions, </a:t>
            </a:r>
            <a:endParaRPr lang="en-US" sz="1000" dirty="0">
              <a:latin typeface="Times New Roman" panose="02020603050405020304" pitchFamily="18" charset="0"/>
              <a:ea typeface="Arial"/>
              <a:cs typeface="Times New Roman" panose="02020603050405020304" pitchFamily="18" charset="0"/>
            </a:endParaRPr>
          </a:p>
          <a:p>
            <a:pPr algn="ctr">
              <a:buNone/>
              <a:defRPr sz="1725" b="0" i="0">
                <a:solidFill>
                  <a:srgbClr val="2F363B"/>
                </a:solidFill>
                <a:latin typeface="Arial"/>
                <a:ea typeface="Arial"/>
                <a:cs typeface="Arial"/>
              </a:defRPr>
            </a:pPr>
            <a:r>
              <a:rPr sz="1000" dirty="0">
                <a:latin typeface="Times New Roman" panose="02020603050405020304" pitchFamily="18" charset="0"/>
                <a:ea typeface="Arial"/>
                <a:cs typeface="Times New Roman" panose="02020603050405020304" pitchFamily="18" charset="0"/>
              </a:rPr>
              <a:t>FE mesh, and filters</a:t>
            </a:r>
          </a:p>
        </p:txBody>
      </p:sp>
      <p:sp>
        <p:nvSpPr>
          <p:cNvPr id="58" name="init-code">
            <a:extLst>
              <a:ext uri="{FF2B5EF4-FFF2-40B4-BE49-F238E27FC236}">
                <a16:creationId xmlns:a16="http://schemas.microsoft.com/office/drawing/2014/main" id="{45E91530-E698-4B19-82F5-9BB7F644AA56}"/>
              </a:ext>
            </a:extLst>
          </p:cNvPr>
          <p:cNvSpPr>
            <a:spLocks noGrp="1"/>
          </p:cNvSpPr>
          <p:nvPr/>
        </p:nvSpPr>
        <p:spPr>
          <a:xfrm>
            <a:off x="2776343" y="1239220"/>
            <a:ext cx="3573320" cy="101064"/>
          </a:xfrm>
          <a:prstGeom prst="rect">
            <a:avLst/>
          </a:prstGeom>
          <a:noFill/>
          <a:ln w="0">
            <a:noFill/>
            <a:prstDash val="solid"/>
          </a:ln>
        </p:spPr>
        <p:txBody>
          <a:bodyPr wrap="square" lIns="14438" tIns="7219" rIns="14438" bIns="7219" anchor="ctr">
            <a:noAutofit/>
          </a:bodyPr>
          <a:lstStyle/>
          <a:p>
            <a:pPr algn="ctr">
              <a:lnSpc>
                <a:spcPct val="100000"/>
              </a:lnSpc>
              <a:buNone/>
              <a:defRPr sz="1575" b="0" i="0">
                <a:solidFill>
                  <a:srgbClr val="2F363B"/>
                </a:solidFill>
                <a:latin typeface="Consolas"/>
                <a:ea typeface="Consolas"/>
                <a:cs typeface="Consolas"/>
              </a:defRPr>
            </a:pPr>
            <a:r>
              <a:rPr sz="1000" dirty="0" err="1">
                <a:solidFill>
                  <a:srgbClr val="2F363B"/>
                </a:solidFill>
                <a:latin typeface="Times New Roman" panose="02020603050405020304" pitchFamily="18" charset="0"/>
                <a:ea typeface="Consolas"/>
                <a:cs typeface="Times New Roman" panose="02020603050405020304" pitchFamily="18" charset="0"/>
              </a:rPr>
              <a:t>get_option</a:t>
            </a:r>
            <a:r>
              <a:rPr sz="1000" dirty="0">
                <a:solidFill>
                  <a:srgbClr val="2F363B"/>
                </a:solidFill>
                <a:latin typeface="Times New Roman" panose="02020603050405020304" pitchFamily="18" charset="0"/>
                <a:ea typeface="Consolas"/>
                <a:cs typeface="Times New Roman" panose="02020603050405020304" pitchFamily="18" charset="0"/>
              </a:rPr>
              <a:t>()</a:t>
            </a:r>
            <a:r>
              <a:rPr lang="en-US" sz="1000" dirty="0">
                <a:solidFill>
                  <a:srgbClr val="2F363B"/>
                </a:solidFill>
                <a:latin typeface="Times New Roman" panose="02020603050405020304" pitchFamily="18" charset="0"/>
                <a:ea typeface="Consolas"/>
                <a:cs typeface="Times New Roman" panose="02020603050405020304" pitchFamily="18" charset="0"/>
              </a:rPr>
              <a:t>,</a:t>
            </a:r>
            <a:r>
              <a:rPr sz="1000" dirty="0">
                <a:solidFill>
                  <a:srgbClr val="2F363B"/>
                </a:solidFill>
                <a:latin typeface="Times New Roman" panose="02020603050405020304" pitchFamily="18" charset="0"/>
                <a:ea typeface="Consolas"/>
                <a:cs typeface="Times New Roman" panose="02020603050405020304" pitchFamily="18" charset="0"/>
              </a:rPr>
              <a:t> </a:t>
            </a:r>
            <a:r>
              <a:rPr sz="1000" dirty="0" err="1">
                <a:solidFill>
                  <a:srgbClr val="2F363B"/>
                </a:solidFill>
                <a:latin typeface="Times New Roman" panose="02020603050405020304" pitchFamily="18" charset="0"/>
                <a:ea typeface="Consolas"/>
                <a:cs typeface="Times New Roman" panose="02020603050405020304" pitchFamily="18" charset="0"/>
              </a:rPr>
              <a:t>prepare_fem</a:t>
            </a:r>
            <a:r>
              <a:rPr sz="1000" dirty="0">
                <a:solidFill>
                  <a:srgbClr val="2F363B"/>
                </a:solidFill>
                <a:latin typeface="Times New Roman" panose="02020603050405020304" pitchFamily="18" charset="0"/>
                <a:ea typeface="Consolas"/>
                <a:cs typeface="Times New Roman" panose="02020603050405020304" pitchFamily="18" charset="0"/>
              </a:rPr>
              <a:t>()</a:t>
            </a:r>
            <a:r>
              <a:rPr lang="en-US" sz="1000" dirty="0">
                <a:solidFill>
                  <a:srgbClr val="2F363B"/>
                </a:solidFill>
                <a:latin typeface="Times New Roman" panose="02020603050405020304" pitchFamily="18" charset="0"/>
                <a:ea typeface="Consolas"/>
                <a:cs typeface="Times New Roman" panose="02020603050405020304" pitchFamily="18" charset="0"/>
              </a:rPr>
              <a:t>,</a:t>
            </a:r>
            <a:r>
              <a:rPr sz="1000" dirty="0">
                <a:solidFill>
                  <a:srgbClr val="2F363B"/>
                </a:solidFill>
                <a:latin typeface="Times New Roman" panose="02020603050405020304" pitchFamily="18" charset="0"/>
                <a:ea typeface="Consolas"/>
                <a:cs typeface="Times New Roman" panose="02020603050405020304" pitchFamily="18" charset="0"/>
              </a:rPr>
              <a:t> </a:t>
            </a:r>
            <a:r>
              <a:rPr sz="1000" dirty="0" err="1">
                <a:solidFill>
                  <a:srgbClr val="2F363B"/>
                </a:solidFill>
                <a:latin typeface="Times New Roman" panose="02020603050405020304" pitchFamily="18" charset="0"/>
                <a:ea typeface="Consolas"/>
                <a:cs typeface="Times New Roman" panose="02020603050405020304" pitchFamily="18" charset="0"/>
              </a:rPr>
              <a:t>prepare_filter</a:t>
            </a:r>
            <a:r>
              <a:rPr sz="1000" dirty="0">
                <a:solidFill>
                  <a:srgbClr val="2F363B"/>
                </a:solidFill>
                <a:latin typeface="Times New Roman" panose="02020603050405020304" pitchFamily="18" charset="0"/>
                <a:ea typeface="Consolas"/>
                <a:cs typeface="Times New Roman" panose="02020603050405020304" pitchFamily="18" charset="0"/>
              </a:rPr>
              <a:t>()</a:t>
            </a:r>
          </a:p>
        </p:txBody>
      </p:sp>
      <p:sp>
        <p:nvSpPr>
          <p:cNvPr id="59" name="fe-heading">
            <a:extLst>
              <a:ext uri="{FF2B5EF4-FFF2-40B4-BE49-F238E27FC236}">
                <a16:creationId xmlns:a16="http://schemas.microsoft.com/office/drawing/2014/main" id="{6372299C-0F9A-46D3-B76E-02C42D50C0DE}"/>
              </a:ext>
            </a:extLst>
          </p:cNvPr>
          <p:cNvSpPr>
            <a:spLocks noGrp="1"/>
          </p:cNvSpPr>
          <p:nvPr/>
        </p:nvSpPr>
        <p:spPr>
          <a:xfrm>
            <a:off x="2830483" y="1627591"/>
            <a:ext cx="3573320" cy="137158"/>
          </a:xfrm>
          <a:prstGeom prst="rect">
            <a:avLst/>
          </a:prstGeom>
          <a:noFill/>
          <a:ln w="0">
            <a:noFill/>
            <a:prstDash val="solid"/>
          </a:ln>
        </p:spPr>
        <p:txBody>
          <a:bodyPr wrap="square" lIns="14438" tIns="7219" rIns="14438" bIns="7219" anchor="ctr">
            <a:noAutofit/>
          </a:bodyPr>
          <a:lstStyle/>
          <a:p>
            <a:pPr algn="ctr">
              <a:lnSpc>
                <a:spcPct val="100000"/>
              </a:lnSpc>
              <a:buNone/>
              <a:defRPr sz="2025" b="1" i="0">
                <a:solidFill>
                  <a:srgbClr val="202428"/>
                </a:solidFill>
                <a:latin typeface="Arial"/>
                <a:ea typeface="Arial"/>
                <a:cs typeface="Arial"/>
              </a:defRPr>
            </a:pPr>
            <a:r>
              <a:rPr sz="1000" b="1" dirty="0">
                <a:solidFill>
                  <a:srgbClr val="202428"/>
                </a:solidFill>
                <a:latin typeface="Times New Roman" panose="02020603050405020304" pitchFamily="18" charset="0"/>
                <a:ea typeface="Arial"/>
                <a:cs typeface="Times New Roman" panose="02020603050405020304" pitchFamily="18" charset="0"/>
              </a:rPr>
              <a:t>2. </a:t>
            </a:r>
            <a:r>
              <a:rPr lang="en-US" sz="1000" b="1" dirty="0">
                <a:solidFill>
                  <a:srgbClr val="202428"/>
                </a:solidFill>
                <a:latin typeface="Times New Roman" panose="02020603050405020304" pitchFamily="18" charset="0"/>
                <a:ea typeface="Arial"/>
                <a:cs typeface="Times New Roman" panose="02020603050405020304" pitchFamily="18" charset="0"/>
              </a:rPr>
              <a:t>Initial multi-material FE analysis and response recovery</a:t>
            </a:r>
            <a:endParaRPr sz="1000" b="1" dirty="0">
              <a:solidFill>
                <a:srgbClr val="202428"/>
              </a:solidFill>
              <a:latin typeface="Times New Roman" panose="02020603050405020304" pitchFamily="18" charset="0"/>
              <a:ea typeface="Arial"/>
              <a:cs typeface="Times New Roman" panose="02020603050405020304" pitchFamily="18" charset="0"/>
            </a:endParaRPr>
          </a:p>
        </p:txBody>
      </p:sp>
      <p:sp>
        <p:nvSpPr>
          <p:cNvPr id="60" name="fe-body">
            <a:extLst>
              <a:ext uri="{FF2B5EF4-FFF2-40B4-BE49-F238E27FC236}">
                <a16:creationId xmlns:a16="http://schemas.microsoft.com/office/drawing/2014/main" id="{4916DEAC-BFDC-4EB6-BA97-ADF828BFDFA8}"/>
              </a:ext>
            </a:extLst>
          </p:cNvPr>
          <p:cNvSpPr>
            <a:spLocks noGrp="1"/>
          </p:cNvSpPr>
          <p:nvPr/>
        </p:nvSpPr>
        <p:spPr>
          <a:xfrm>
            <a:off x="2830483" y="1782796"/>
            <a:ext cx="3573320" cy="108282"/>
          </a:xfrm>
          <a:prstGeom prst="rect">
            <a:avLst/>
          </a:prstGeom>
          <a:noFill/>
          <a:ln w="0">
            <a:noFill/>
            <a:prstDash val="solid"/>
          </a:ln>
        </p:spPr>
        <p:txBody>
          <a:bodyPr wrap="square" lIns="14438" tIns="7219" rIns="14438" bIns="7219" anchor="ctr">
            <a:noAutofit/>
          </a:bodyPr>
          <a:lstStyle/>
          <a:p>
            <a:pPr algn="ctr">
              <a:lnSpc>
                <a:spcPct val="100000"/>
              </a:lnSpc>
              <a:buNone/>
              <a:defRPr sz="1725" b="0" i="0">
                <a:solidFill>
                  <a:srgbClr val="2F363B"/>
                </a:solidFill>
                <a:latin typeface="Arial"/>
                <a:ea typeface="Arial"/>
                <a:cs typeface="Arial"/>
              </a:defRPr>
            </a:pPr>
            <a:r>
              <a:rPr sz="1000" dirty="0">
                <a:latin typeface="Times New Roman" panose="02020603050405020304" pitchFamily="18" charset="0"/>
                <a:ea typeface="Arial"/>
                <a:cs typeface="Times New Roman" panose="02020603050405020304" pitchFamily="18" charset="0"/>
              </a:rPr>
              <a:t>Displacement, compliance, principal stresses, and von Mises stress</a:t>
            </a:r>
          </a:p>
        </p:txBody>
      </p:sp>
      <p:sp>
        <p:nvSpPr>
          <p:cNvPr id="61" name="fe-code">
            <a:extLst>
              <a:ext uri="{FF2B5EF4-FFF2-40B4-BE49-F238E27FC236}">
                <a16:creationId xmlns:a16="http://schemas.microsoft.com/office/drawing/2014/main" id="{B24A9DE1-4D28-4383-98C2-82D555A9A5C4}"/>
              </a:ext>
            </a:extLst>
          </p:cNvPr>
          <p:cNvSpPr>
            <a:spLocks noGrp="1"/>
          </p:cNvSpPr>
          <p:nvPr/>
        </p:nvSpPr>
        <p:spPr>
          <a:xfrm>
            <a:off x="2830483" y="1916348"/>
            <a:ext cx="3573320" cy="104673"/>
          </a:xfrm>
          <a:prstGeom prst="rect">
            <a:avLst/>
          </a:prstGeom>
          <a:noFill/>
          <a:ln w="0">
            <a:noFill/>
            <a:prstDash val="solid"/>
          </a:ln>
        </p:spPr>
        <p:txBody>
          <a:bodyPr wrap="square" lIns="14438" tIns="7219" rIns="14438" bIns="7219" anchor="ctr">
            <a:noAutofit/>
          </a:bodyPr>
          <a:lstStyle/>
          <a:p>
            <a:pPr algn="ctr">
              <a:lnSpc>
                <a:spcPct val="100000"/>
              </a:lnSpc>
              <a:buNone/>
              <a:defRPr sz="1575" b="0" i="0">
                <a:solidFill>
                  <a:srgbClr val="2F363B"/>
                </a:solidFill>
                <a:latin typeface="Consolas"/>
                <a:ea typeface="Consolas"/>
                <a:cs typeface="Consolas"/>
              </a:defRPr>
            </a:pPr>
            <a:r>
              <a:rPr sz="1000" dirty="0" err="1">
                <a:solidFill>
                  <a:srgbClr val="2F363B"/>
                </a:solidFill>
                <a:latin typeface="Times New Roman" panose="02020603050405020304" pitchFamily="18" charset="0"/>
                <a:ea typeface="Consolas"/>
                <a:cs typeface="Times New Roman" panose="02020603050405020304" pitchFamily="18" charset="0"/>
              </a:rPr>
              <a:t>FE_displacement</a:t>
            </a:r>
            <a:r>
              <a:rPr sz="1000" dirty="0">
                <a:solidFill>
                  <a:srgbClr val="2F363B"/>
                </a:solidFill>
                <a:latin typeface="Times New Roman" panose="02020603050405020304" pitchFamily="18" charset="0"/>
                <a:ea typeface="Consolas"/>
                <a:cs typeface="Times New Roman" panose="02020603050405020304" pitchFamily="18" charset="0"/>
              </a:rPr>
              <a:t>()</a:t>
            </a:r>
            <a:r>
              <a:rPr lang="en-US" sz="1000" dirty="0">
                <a:solidFill>
                  <a:srgbClr val="2F363B"/>
                </a:solidFill>
                <a:latin typeface="Times New Roman" panose="02020603050405020304" pitchFamily="18" charset="0"/>
                <a:ea typeface="Consolas"/>
                <a:cs typeface="Times New Roman" panose="02020603050405020304" pitchFamily="18" charset="0"/>
              </a:rPr>
              <a:t>,</a:t>
            </a:r>
            <a:r>
              <a:rPr sz="1000" dirty="0">
                <a:solidFill>
                  <a:srgbClr val="2F363B"/>
                </a:solidFill>
                <a:latin typeface="Times New Roman" panose="02020603050405020304" pitchFamily="18" charset="0"/>
                <a:ea typeface="Consolas"/>
                <a:cs typeface="Times New Roman" panose="02020603050405020304" pitchFamily="18" charset="0"/>
              </a:rPr>
              <a:t> </a:t>
            </a:r>
            <a:r>
              <a:rPr sz="1000" dirty="0" err="1">
                <a:solidFill>
                  <a:srgbClr val="2F363B"/>
                </a:solidFill>
                <a:latin typeface="Times New Roman" panose="02020603050405020304" pitchFamily="18" charset="0"/>
                <a:ea typeface="Consolas"/>
                <a:cs typeface="Times New Roman" panose="02020603050405020304" pitchFamily="18" charset="0"/>
              </a:rPr>
              <a:t>FE_vectorized</a:t>
            </a:r>
            <a:r>
              <a:rPr sz="1000" dirty="0">
                <a:solidFill>
                  <a:srgbClr val="2F363B"/>
                </a:solidFill>
                <a:latin typeface="Times New Roman" panose="02020603050405020304" pitchFamily="18" charset="0"/>
                <a:ea typeface="Consolas"/>
                <a:cs typeface="Times New Roman" panose="02020603050405020304" pitchFamily="18" charset="0"/>
              </a:rPr>
              <a:t>()</a:t>
            </a:r>
            <a:r>
              <a:rPr lang="en-US" sz="1000" dirty="0">
                <a:solidFill>
                  <a:srgbClr val="2F363B"/>
                </a:solidFill>
                <a:latin typeface="Times New Roman" panose="02020603050405020304" pitchFamily="18" charset="0"/>
                <a:ea typeface="Consolas"/>
                <a:cs typeface="Times New Roman" panose="02020603050405020304" pitchFamily="18" charset="0"/>
              </a:rPr>
              <a:t>,</a:t>
            </a:r>
            <a:r>
              <a:rPr sz="1000" dirty="0">
                <a:solidFill>
                  <a:srgbClr val="2F363B"/>
                </a:solidFill>
                <a:latin typeface="Times New Roman" panose="02020603050405020304" pitchFamily="18" charset="0"/>
                <a:ea typeface="Consolas"/>
                <a:cs typeface="Times New Roman" panose="02020603050405020304" pitchFamily="18" charset="0"/>
              </a:rPr>
              <a:t> </a:t>
            </a:r>
            <a:r>
              <a:rPr sz="1000" dirty="0" err="1">
                <a:solidFill>
                  <a:srgbClr val="2F363B"/>
                </a:solidFill>
                <a:latin typeface="Times New Roman" panose="02020603050405020304" pitchFamily="18" charset="0"/>
                <a:ea typeface="Consolas"/>
                <a:cs typeface="Times New Roman" panose="02020603050405020304" pitchFamily="18" charset="0"/>
              </a:rPr>
              <a:t>element_compliance</a:t>
            </a:r>
            <a:r>
              <a:rPr sz="1000" dirty="0">
                <a:solidFill>
                  <a:srgbClr val="2F363B"/>
                </a:solidFill>
                <a:latin typeface="Times New Roman" panose="02020603050405020304" pitchFamily="18" charset="0"/>
                <a:ea typeface="Consolas"/>
                <a:cs typeface="Times New Roman" panose="02020603050405020304" pitchFamily="18" charset="0"/>
              </a:rPr>
              <a:t>()</a:t>
            </a:r>
          </a:p>
        </p:txBody>
      </p:sp>
      <p:sp>
        <p:nvSpPr>
          <p:cNvPr id="62" name="util-heading">
            <a:extLst>
              <a:ext uri="{FF2B5EF4-FFF2-40B4-BE49-F238E27FC236}">
                <a16:creationId xmlns:a16="http://schemas.microsoft.com/office/drawing/2014/main" id="{E4A3AC19-4475-4F85-9313-7636AB390F8E}"/>
              </a:ext>
            </a:extLst>
          </p:cNvPr>
          <p:cNvSpPr>
            <a:spLocks noGrp="1"/>
          </p:cNvSpPr>
          <p:nvPr/>
        </p:nvSpPr>
        <p:spPr>
          <a:xfrm>
            <a:off x="2830483" y="2273678"/>
            <a:ext cx="3573320" cy="129939"/>
          </a:xfrm>
          <a:prstGeom prst="rect">
            <a:avLst/>
          </a:prstGeom>
          <a:noFill/>
          <a:ln w="0">
            <a:noFill/>
            <a:prstDash val="solid"/>
          </a:ln>
        </p:spPr>
        <p:txBody>
          <a:bodyPr wrap="square" lIns="14438" tIns="7219" rIns="14438" bIns="7219" anchor="ctr">
            <a:noAutofit/>
          </a:bodyPr>
          <a:lstStyle/>
          <a:p>
            <a:pPr algn="ctr">
              <a:lnSpc>
                <a:spcPct val="100000"/>
              </a:lnSpc>
              <a:buNone/>
              <a:defRPr sz="2025" b="1" i="0">
                <a:solidFill>
                  <a:srgbClr val="202428"/>
                </a:solidFill>
                <a:latin typeface="Arial"/>
                <a:ea typeface="Arial"/>
                <a:cs typeface="Arial"/>
              </a:defRPr>
            </a:pPr>
            <a:r>
              <a:rPr sz="1000" b="1" dirty="0">
                <a:solidFill>
                  <a:srgbClr val="202428"/>
                </a:solidFill>
                <a:latin typeface="Times New Roman" panose="02020603050405020304" pitchFamily="18" charset="0"/>
                <a:ea typeface="Arial"/>
                <a:cs typeface="Times New Roman" panose="02020603050405020304" pitchFamily="18" charset="0"/>
              </a:rPr>
              <a:t>3. Material-utilization evaluation</a:t>
            </a:r>
          </a:p>
        </p:txBody>
      </p:sp>
      <mc:AlternateContent xmlns:mc="http://schemas.openxmlformats.org/markup-compatibility/2006" xmlns:a14="http://schemas.microsoft.com/office/drawing/2010/main">
        <mc:Choice Requires="a14">
          <p:sp>
            <p:nvSpPr>
              <p:cNvPr id="63" name="util-body">
                <a:extLst>
                  <a:ext uri="{FF2B5EF4-FFF2-40B4-BE49-F238E27FC236}">
                    <a16:creationId xmlns:a16="http://schemas.microsoft.com/office/drawing/2014/main" id="{4E65AD0E-213F-4861-B873-A00BE6292283}"/>
                  </a:ext>
                </a:extLst>
              </p:cNvPr>
              <p:cNvSpPr>
                <a:spLocks noGrp="1"/>
              </p:cNvSpPr>
              <p:nvPr/>
            </p:nvSpPr>
            <p:spPr>
              <a:xfrm>
                <a:off x="2830483" y="2418053"/>
                <a:ext cx="3573320" cy="108282"/>
              </a:xfrm>
              <a:prstGeom prst="rect">
                <a:avLst/>
              </a:prstGeom>
              <a:noFill/>
              <a:ln w="0">
                <a:noFill/>
                <a:prstDash val="solid"/>
              </a:ln>
            </p:spPr>
            <p:txBody>
              <a:bodyPr wrap="square" lIns="14438" tIns="7219" rIns="14438" bIns="7219" anchor="ctr">
                <a:noAutofit/>
              </a:bodyPr>
              <a:lstStyle/>
              <a:p>
                <a:pPr algn="ctr">
                  <a:lnSpc>
                    <a:spcPct val="100000"/>
                  </a:lnSpc>
                  <a:buNone/>
                  <a:defRPr sz="1725" b="0" i="0">
                    <a:solidFill>
                      <a:srgbClr val="2F363B"/>
                    </a:solidFill>
                    <a:latin typeface="Arial"/>
                    <a:ea typeface="Arial"/>
                    <a:cs typeface="Arial"/>
                  </a:defRPr>
                </a:pPr>
                <a:r>
                  <a:rPr sz="1000" dirty="0">
                    <a:latin typeface="Times New Roman" panose="02020603050405020304" pitchFamily="18" charset="0"/>
                    <a:ea typeface="Arial"/>
                    <a:cs typeface="Times New Roman" panose="02020603050405020304" pitchFamily="18" charset="0"/>
                  </a:rPr>
                  <a:t>Stress-state classification and element-wise utilization </a:t>
                </a:r>
                <a14:m>
                  <m:oMath xmlns:m="http://schemas.openxmlformats.org/officeDocument/2006/math">
                    <m:r>
                      <a:rPr lang="en-US" sz="1000" i="1" dirty="0" smtClean="0">
                        <a:latin typeface="Cambria Math" panose="02040503050406030204" pitchFamily="18" charset="0"/>
                        <a:ea typeface="Arial"/>
                        <a:cs typeface="Times New Roman" panose="02020603050405020304" pitchFamily="18" charset="0"/>
                      </a:rPr>
                      <m:t>𝜂</m:t>
                    </m:r>
                    <m:r>
                      <a:rPr lang="en-US" sz="1000" i="1" dirty="0" smtClean="0">
                        <a:latin typeface="Cambria Math" panose="02040503050406030204" pitchFamily="18" charset="0"/>
                        <a:ea typeface="Arial"/>
                        <a:cs typeface="Times New Roman" panose="02020603050405020304" pitchFamily="18" charset="0"/>
                      </a:rPr>
                      <m:t>ᵢ</m:t>
                    </m:r>
                  </m:oMath>
                </a14:m>
                <a:endParaRPr sz="1000" dirty="0">
                  <a:latin typeface="Times New Roman" panose="02020603050405020304" pitchFamily="18" charset="0"/>
                  <a:ea typeface="Arial"/>
                  <a:cs typeface="Times New Roman" panose="02020603050405020304" pitchFamily="18" charset="0"/>
                </a:endParaRPr>
              </a:p>
            </p:txBody>
          </p:sp>
        </mc:Choice>
        <mc:Fallback xmlns="">
          <p:sp>
            <p:nvSpPr>
              <p:cNvPr id="63" name="util-body">
                <a:extLst>
                  <a:ext uri="{FF2B5EF4-FFF2-40B4-BE49-F238E27FC236}">
                    <a16:creationId xmlns:a16="http://schemas.microsoft.com/office/drawing/2014/main" id="{4E65AD0E-213F-4861-B873-A00BE6292283}"/>
                  </a:ext>
                </a:extLst>
              </p:cNvPr>
              <p:cNvSpPr>
                <a:spLocks noGrp="1" noRot="1" noChangeAspect="1" noMove="1" noResize="1" noEditPoints="1" noAdjustHandles="1" noChangeArrowheads="1" noChangeShapeType="1" noTextEdit="1"/>
              </p:cNvSpPr>
              <p:nvPr/>
            </p:nvSpPr>
            <p:spPr>
              <a:xfrm>
                <a:off x="2830483" y="2418053"/>
                <a:ext cx="3573320" cy="108282"/>
              </a:xfrm>
              <a:prstGeom prst="rect">
                <a:avLst/>
              </a:prstGeom>
              <a:blipFill>
                <a:blip r:embed="rId2"/>
                <a:stretch>
                  <a:fillRect t="-64706" b="-100000"/>
                </a:stretch>
              </a:blipFill>
              <a:ln w="0">
                <a:noFill/>
                <a:prstDash val="solid"/>
              </a:ln>
            </p:spPr>
            <p:txBody>
              <a:bodyPr/>
              <a:lstStyle/>
              <a:p>
                <a:r>
                  <a:rPr lang="ko-KR" altLang="en-US">
                    <a:noFill/>
                  </a:rPr>
                  <a:t> </a:t>
                </a:r>
              </a:p>
            </p:txBody>
          </p:sp>
        </mc:Fallback>
      </mc:AlternateContent>
      <p:sp>
        <p:nvSpPr>
          <p:cNvPr id="64" name="util-code">
            <a:extLst>
              <a:ext uri="{FF2B5EF4-FFF2-40B4-BE49-F238E27FC236}">
                <a16:creationId xmlns:a16="http://schemas.microsoft.com/office/drawing/2014/main" id="{FC77A1BD-A7EF-4DA5-A1BC-BF8B4DAFB6F8}"/>
              </a:ext>
            </a:extLst>
          </p:cNvPr>
          <p:cNvSpPr>
            <a:spLocks noGrp="1"/>
          </p:cNvSpPr>
          <p:nvPr/>
        </p:nvSpPr>
        <p:spPr>
          <a:xfrm>
            <a:off x="2830483" y="2537165"/>
            <a:ext cx="3573320" cy="97454"/>
          </a:xfrm>
          <a:prstGeom prst="rect">
            <a:avLst/>
          </a:prstGeom>
          <a:noFill/>
          <a:ln w="0">
            <a:noFill/>
            <a:prstDash val="solid"/>
          </a:ln>
        </p:spPr>
        <p:txBody>
          <a:bodyPr wrap="square" lIns="14438" tIns="7219" rIns="14438" bIns="7219" anchor="ctr">
            <a:noAutofit/>
          </a:bodyPr>
          <a:lstStyle/>
          <a:p>
            <a:pPr algn="ctr">
              <a:lnSpc>
                <a:spcPct val="100000"/>
              </a:lnSpc>
              <a:buNone/>
              <a:defRPr sz="1575" b="0" i="0">
                <a:solidFill>
                  <a:srgbClr val="2F363B"/>
                </a:solidFill>
                <a:latin typeface="Consolas"/>
                <a:ea typeface="Consolas"/>
                <a:cs typeface="Consolas"/>
              </a:defRPr>
            </a:pPr>
            <a:r>
              <a:rPr sz="1000" dirty="0" err="1">
                <a:solidFill>
                  <a:srgbClr val="2F363B"/>
                </a:solidFill>
                <a:latin typeface="Times New Roman" panose="02020603050405020304" pitchFamily="18" charset="0"/>
                <a:ea typeface="Consolas"/>
                <a:cs typeface="Times New Roman" panose="02020603050405020304" pitchFamily="18" charset="0"/>
              </a:rPr>
              <a:t>update_material_utilization</a:t>
            </a:r>
            <a:r>
              <a:rPr sz="1000" dirty="0">
                <a:solidFill>
                  <a:srgbClr val="2F363B"/>
                </a:solidFill>
                <a:latin typeface="Times New Roman" panose="02020603050405020304" pitchFamily="18" charset="0"/>
                <a:ea typeface="Consolas"/>
                <a:cs typeface="Times New Roman" panose="02020603050405020304" pitchFamily="18" charset="0"/>
              </a:rPr>
              <a:t>()</a:t>
            </a:r>
          </a:p>
        </p:txBody>
      </p:sp>
      <p:sp>
        <p:nvSpPr>
          <p:cNvPr id="65" name="filter-heading">
            <a:extLst>
              <a:ext uri="{FF2B5EF4-FFF2-40B4-BE49-F238E27FC236}">
                <a16:creationId xmlns:a16="http://schemas.microsoft.com/office/drawing/2014/main" id="{7FCAFAA7-BC14-4E9D-BFDB-FB270AF98128}"/>
              </a:ext>
            </a:extLst>
          </p:cNvPr>
          <p:cNvSpPr>
            <a:spLocks noGrp="1"/>
          </p:cNvSpPr>
          <p:nvPr/>
        </p:nvSpPr>
        <p:spPr>
          <a:xfrm>
            <a:off x="2838714" y="2810289"/>
            <a:ext cx="3573320" cy="129939"/>
          </a:xfrm>
          <a:prstGeom prst="rect">
            <a:avLst/>
          </a:prstGeom>
          <a:noFill/>
          <a:ln w="0">
            <a:noFill/>
            <a:prstDash val="solid"/>
          </a:ln>
        </p:spPr>
        <p:txBody>
          <a:bodyPr wrap="square" lIns="14438" tIns="7219" rIns="14438" bIns="7219" anchor="ctr">
            <a:noAutofit/>
          </a:bodyPr>
          <a:lstStyle/>
          <a:p>
            <a:pPr algn="ctr">
              <a:lnSpc>
                <a:spcPct val="100000"/>
              </a:lnSpc>
              <a:buNone/>
              <a:defRPr sz="2025" b="1" i="0">
                <a:solidFill>
                  <a:srgbClr val="202428"/>
                </a:solidFill>
                <a:latin typeface="Arial"/>
                <a:ea typeface="Arial"/>
                <a:cs typeface="Arial"/>
              </a:defRPr>
            </a:pPr>
            <a:r>
              <a:rPr sz="1000" b="1" dirty="0">
                <a:solidFill>
                  <a:srgbClr val="202428"/>
                </a:solidFill>
                <a:latin typeface="Times New Roman" panose="02020603050405020304" pitchFamily="18" charset="0"/>
                <a:ea typeface="Arial"/>
                <a:cs typeface="Times New Roman" panose="02020603050405020304" pitchFamily="18" charset="0"/>
              </a:rPr>
              <a:t>4. Spatial filtering and history averaging</a:t>
            </a:r>
          </a:p>
        </p:txBody>
      </p:sp>
      <p:sp>
        <p:nvSpPr>
          <p:cNvPr id="66" name="filter-body">
            <a:extLst>
              <a:ext uri="{FF2B5EF4-FFF2-40B4-BE49-F238E27FC236}">
                <a16:creationId xmlns:a16="http://schemas.microsoft.com/office/drawing/2014/main" id="{96AC7933-669E-4F5C-A5F6-F919C7182551}"/>
              </a:ext>
            </a:extLst>
          </p:cNvPr>
          <p:cNvSpPr>
            <a:spLocks noGrp="1"/>
          </p:cNvSpPr>
          <p:nvPr/>
        </p:nvSpPr>
        <p:spPr>
          <a:xfrm>
            <a:off x="2838714" y="2945640"/>
            <a:ext cx="3573320" cy="101064"/>
          </a:xfrm>
          <a:prstGeom prst="rect">
            <a:avLst/>
          </a:prstGeom>
          <a:noFill/>
          <a:ln w="0">
            <a:noFill/>
            <a:prstDash val="solid"/>
          </a:ln>
        </p:spPr>
        <p:txBody>
          <a:bodyPr wrap="square" lIns="14438" tIns="7219" rIns="14438" bIns="7219" anchor="ctr">
            <a:noAutofit/>
          </a:bodyPr>
          <a:lstStyle/>
          <a:p>
            <a:pPr algn="ctr">
              <a:lnSpc>
                <a:spcPct val="100000"/>
              </a:lnSpc>
              <a:buNone/>
              <a:defRPr sz="1725" b="0" i="0">
                <a:solidFill>
                  <a:srgbClr val="2F363B"/>
                </a:solidFill>
                <a:latin typeface="Arial"/>
                <a:ea typeface="Arial"/>
                <a:cs typeface="Arial"/>
              </a:defRPr>
            </a:pPr>
            <a:r>
              <a:rPr sz="1000" dirty="0">
                <a:latin typeface="Times New Roman" panose="02020603050405020304" pitchFamily="18" charset="0"/>
                <a:ea typeface="Arial"/>
                <a:cs typeface="Times New Roman" panose="02020603050405020304" pitchFamily="18" charset="0"/>
              </a:rPr>
              <a:t>Filtered stress-state and utilization fields</a:t>
            </a:r>
          </a:p>
        </p:txBody>
      </p:sp>
      <p:sp>
        <p:nvSpPr>
          <p:cNvPr id="67" name="filter-code">
            <a:extLst>
              <a:ext uri="{FF2B5EF4-FFF2-40B4-BE49-F238E27FC236}">
                <a16:creationId xmlns:a16="http://schemas.microsoft.com/office/drawing/2014/main" id="{CD75703F-8D2D-4090-BB3D-9022BA3F94EA}"/>
              </a:ext>
            </a:extLst>
          </p:cNvPr>
          <p:cNvSpPr>
            <a:spLocks noGrp="1"/>
          </p:cNvSpPr>
          <p:nvPr/>
        </p:nvSpPr>
        <p:spPr>
          <a:xfrm>
            <a:off x="2838714" y="3060530"/>
            <a:ext cx="3573320" cy="93845"/>
          </a:xfrm>
          <a:prstGeom prst="rect">
            <a:avLst/>
          </a:prstGeom>
          <a:noFill/>
          <a:ln w="0">
            <a:noFill/>
            <a:prstDash val="solid"/>
          </a:ln>
        </p:spPr>
        <p:txBody>
          <a:bodyPr wrap="square" lIns="14438" tIns="7219" rIns="14438" bIns="7219" anchor="ctr">
            <a:noAutofit/>
          </a:bodyPr>
          <a:lstStyle/>
          <a:p>
            <a:pPr algn="ctr">
              <a:lnSpc>
                <a:spcPct val="100000"/>
              </a:lnSpc>
              <a:buNone/>
              <a:defRPr sz="1575" b="0" i="0">
                <a:solidFill>
                  <a:srgbClr val="2F363B"/>
                </a:solidFill>
                <a:latin typeface="Consolas"/>
                <a:ea typeface="Consolas"/>
                <a:cs typeface="Consolas"/>
              </a:defRPr>
            </a:pPr>
            <a:r>
              <a:rPr sz="1000" dirty="0" err="1">
                <a:solidFill>
                  <a:srgbClr val="2F363B"/>
                </a:solidFill>
                <a:latin typeface="Times New Roman" panose="02020603050405020304" pitchFamily="18" charset="0"/>
                <a:ea typeface="Consolas"/>
                <a:cs typeface="Times New Roman" panose="02020603050405020304" pitchFamily="18" charset="0"/>
              </a:rPr>
              <a:t>apply_filter</a:t>
            </a:r>
            <a:r>
              <a:rPr sz="1000" dirty="0">
                <a:solidFill>
                  <a:srgbClr val="2F363B"/>
                </a:solidFill>
                <a:latin typeface="Times New Roman" panose="02020603050405020304" pitchFamily="18" charset="0"/>
                <a:ea typeface="Consolas"/>
                <a:cs typeface="Times New Roman" panose="02020603050405020304" pitchFamily="18" charset="0"/>
              </a:rPr>
              <a:t>()</a:t>
            </a:r>
          </a:p>
        </p:txBody>
      </p:sp>
      <p:sp>
        <p:nvSpPr>
          <p:cNvPr id="68" name="update-heading">
            <a:extLst>
              <a:ext uri="{FF2B5EF4-FFF2-40B4-BE49-F238E27FC236}">
                <a16:creationId xmlns:a16="http://schemas.microsoft.com/office/drawing/2014/main" id="{688D70D3-0855-4FA2-81FA-202DA14F47CD}"/>
              </a:ext>
            </a:extLst>
          </p:cNvPr>
          <p:cNvSpPr>
            <a:spLocks noGrp="1"/>
          </p:cNvSpPr>
          <p:nvPr/>
        </p:nvSpPr>
        <p:spPr>
          <a:xfrm>
            <a:off x="2830483" y="3356502"/>
            <a:ext cx="3573320" cy="129939"/>
          </a:xfrm>
          <a:prstGeom prst="rect">
            <a:avLst/>
          </a:prstGeom>
          <a:noFill/>
          <a:ln w="0">
            <a:noFill/>
            <a:prstDash val="solid"/>
          </a:ln>
        </p:spPr>
        <p:txBody>
          <a:bodyPr wrap="square" lIns="14438" tIns="7219" rIns="14438" bIns="7219" anchor="ctr">
            <a:noAutofit/>
          </a:bodyPr>
          <a:lstStyle/>
          <a:p>
            <a:pPr algn="ctr">
              <a:lnSpc>
                <a:spcPct val="100000"/>
              </a:lnSpc>
              <a:buNone/>
              <a:defRPr sz="2025" b="1" i="0">
                <a:solidFill>
                  <a:srgbClr val="202428"/>
                </a:solidFill>
                <a:latin typeface="Arial"/>
                <a:ea typeface="Arial"/>
                <a:cs typeface="Arial"/>
              </a:defRPr>
            </a:pPr>
            <a:r>
              <a:rPr sz="1000" b="1">
                <a:solidFill>
                  <a:srgbClr val="202428"/>
                </a:solidFill>
                <a:latin typeface="Times New Roman" panose="02020603050405020304" pitchFamily="18" charset="0"/>
                <a:ea typeface="Arial"/>
                <a:cs typeface="Times New Roman" panose="02020603050405020304" pitchFamily="18" charset="0"/>
              </a:rPr>
              <a:t>5. Target-volume and solid–void update</a:t>
            </a:r>
          </a:p>
        </p:txBody>
      </p:sp>
      <p:sp>
        <p:nvSpPr>
          <p:cNvPr id="69" name="update-body">
            <a:extLst>
              <a:ext uri="{FF2B5EF4-FFF2-40B4-BE49-F238E27FC236}">
                <a16:creationId xmlns:a16="http://schemas.microsoft.com/office/drawing/2014/main" id="{857E00AC-7AAB-4F5B-9D14-7D954BE9EF60}"/>
              </a:ext>
            </a:extLst>
          </p:cNvPr>
          <p:cNvSpPr>
            <a:spLocks noGrp="1"/>
          </p:cNvSpPr>
          <p:nvPr/>
        </p:nvSpPr>
        <p:spPr>
          <a:xfrm>
            <a:off x="2813673" y="3515057"/>
            <a:ext cx="3655327" cy="119371"/>
          </a:xfrm>
          <a:prstGeom prst="rect">
            <a:avLst/>
          </a:prstGeom>
          <a:noFill/>
          <a:ln w="0">
            <a:noFill/>
            <a:prstDash val="solid"/>
          </a:ln>
        </p:spPr>
        <p:txBody>
          <a:bodyPr wrap="square" lIns="14438" tIns="7219" rIns="14438" bIns="7219" anchor="ctr">
            <a:noAutofit/>
          </a:bodyPr>
          <a:lstStyle/>
          <a:p>
            <a:pPr algn="ctr">
              <a:lnSpc>
                <a:spcPct val="100000"/>
              </a:lnSpc>
              <a:buNone/>
              <a:defRPr sz="1725" b="0" i="0">
                <a:solidFill>
                  <a:srgbClr val="2F363B"/>
                </a:solidFill>
                <a:latin typeface="Arial"/>
                <a:ea typeface="Arial"/>
                <a:cs typeface="Arial"/>
              </a:defRPr>
            </a:pPr>
            <a:r>
              <a:rPr lang="en-US" sz="1000" spc="-50" dirty="0">
                <a:latin typeface="Times New Roman" panose="02020603050405020304" pitchFamily="18" charset="0"/>
                <a:ea typeface="Arial"/>
                <a:cs typeface="Times New Roman" panose="02020603050405020304" pitchFamily="18" charset="0"/>
              </a:rPr>
              <a:t>Rank history-averaged scores and select the elements retained in the next design</a:t>
            </a:r>
          </a:p>
        </p:txBody>
      </p:sp>
      <p:sp>
        <p:nvSpPr>
          <p:cNvPr id="70" name="update-code">
            <a:extLst>
              <a:ext uri="{FF2B5EF4-FFF2-40B4-BE49-F238E27FC236}">
                <a16:creationId xmlns:a16="http://schemas.microsoft.com/office/drawing/2014/main" id="{174DD495-8F57-4CEB-A47B-2CD24BAD46B5}"/>
              </a:ext>
            </a:extLst>
          </p:cNvPr>
          <p:cNvSpPr>
            <a:spLocks noGrp="1"/>
          </p:cNvSpPr>
          <p:nvPr/>
        </p:nvSpPr>
        <p:spPr>
          <a:xfrm>
            <a:off x="2838714" y="3670519"/>
            <a:ext cx="3573320" cy="101064"/>
          </a:xfrm>
          <a:prstGeom prst="rect">
            <a:avLst/>
          </a:prstGeom>
          <a:noFill/>
          <a:ln w="0">
            <a:noFill/>
            <a:prstDash val="solid"/>
          </a:ln>
        </p:spPr>
        <p:txBody>
          <a:bodyPr wrap="square" lIns="14438" tIns="7219" rIns="14438" bIns="7219" anchor="ctr">
            <a:noAutofit/>
          </a:bodyPr>
          <a:lstStyle/>
          <a:p>
            <a:pPr algn="ctr">
              <a:lnSpc>
                <a:spcPct val="100000"/>
              </a:lnSpc>
              <a:buNone/>
              <a:defRPr sz="1575" b="0" i="0">
                <a:solidFill>
                  <a:srgbClr val="2F363B"/>
                </a:solidFill>
                <a:latin typeface="Consolas"/>
                <a:ea typeface="Consolas"/>
                <a:cs typeface="Consolas"/>
              </a:defRPr>
            </a:pPr>
            <a:r>
              <a:rPr sz="1000" dirty="0" err="1">
                <a:solidFill>
                  <a:srgbClr val="2F363B"/>
                </a:solidFill>
                <a:latin typeface="Times New Roman" panose="02020603050405020304" pitchFamily="18" charset="0"/>
                <a:ea typeface="Consolas"/>
                <a:cs typeface="Times New Roman" panose="02020603050405020304" pitchFamily="18" charset="0"/>
              </a:rPr>
              <a:t>select_keep_mask</a:t>
            </a:r>
            <a:r>
              <a:rPr sz="1000" dirty="0">
                <a:solidFill>
                  <a:srgbClr val="2F363B"/>
                </a:solidFill>
                <a:latin typeface="Times New Roman" panose="02020603050405020304" pitchFamily="18" charset="0"/>
                <a:ea typeface="Consolas"/>
                <a:cs typeface="Times New Roman" panose="02020603050405020304" pitchFamily="18" charset="0"/>
              </a:rPr>
              <a:t>()</a:t>
            </a:r>
            <a:r>
              <a:rPr lang="en-US" sz="1000" dirty="0">
                <a:solidFill>
                  <a:srgbClr val="2F363B"/>
                </a:solidFill>
                <a:latin typeface="Times New Roman" panose="02020603050405020304" pitchFamily="18" charset="0"/>
                <a:ea typeface="Consolas"/>
                <a:cs typeface="Times New Roman" panose="02020603050405020304" pitchFamily="18" charset="0"/>
              </a:rPr>
              <a:t>, </a:t>
            </a:r>
            <a:r>
              <a:rPr sz="1000" dirty="0">
                <a:solidFill>
                  <a:srgbClr val="2F363B"/>
                </a:solidFill>
                <a:latin typeface="Times New Roman" panose="02020603050405020304" pitchFamily="18" charset="0"/>
                <a:ea typeface="Consolas"/>
                <a:cs typeface="Times New Roman" panose="02020603050405020304" pitchFamily="18" charset="0"/>
              </a:rPr>
              <a:t>optional </a:t>
            </a:r>
            <a:r>
              <a:rPr sz="1000" dirty="0" err="1">
                <a:solidFill>
                  <a:srgbClr val="2F363B"/>
                </a:solidFill>
                <a:latin typeface="Times New Roman" panose="02020603050405020304" pitchFamily="18" charset="0"/>
                <a:ea typeface="Consolas"/>
                <a:cs typeface="Times New Roman" panose="02020603050405020304" pitchFamily="18" charset="0"/>
              </a:rPr>
              <a:t>even_keep_count</a:t>
            </a:r>
            <a:r>
              <a:rPr sz="1000" dirty="0">
                <a:solidFill>
                  <a:srgbClr val="2F363B"/>
                </a:solidFill>
                <a:latin typeface="Times New Roman" panose="02020603050405020304" pitchFamily="18" charset="0"/>
                <a:ea typeface="Consolas"/>
                <a:cs typeface="Times New Roman" panose="02020603050405020304" pitchFamily="18" charset="0"/>
              </a:rPr>
              <a:t> adjustment</a:t>
            </a:r>
          </a:p>
        </p:txBody>
      </p:sp>
      <p:sp>
        <p:nvSpPr>
          <p:cNvPr id="71" name="reassignment-heading">
            <a:extLst>
              <a:ext uri="{FF2B5EF4-FFF2-40B4-BE49-F238E27FC236}">
                <a16:creationId xmlns:a16="http://schemas.microsoft.com/office/drawing/2014/main" id="{7067A9BB-7FD3-4279-8A6B-CF56EA66F4E8}"/>
              </a:ext>
            </a:extLst>
          </p:cNvPr>
          <p:cNvSpPr>
            <a:spLocks noGrp="1"/>
          </p:cNvSpPr>
          <p:nvPr/>
        </p:nvSpPr>
        <p:spPr>
          <a:xfrm>
            <a:off x="2830483" y="3990556"/>
            <a:ext cx="3573320" cy="129939"/>
          </a:xfrm>
          <a:prstGeom prst="rect">
            <a:avLst/>
          </a:prstGeom>
          <a:noFill/>
          <a:ln w="0">
            <a:noFill/>
            <a:prstDash val="solid"/>
          </a:ln>
        </p:spPr>
        <p:txBody>
          <a:bodyPr wrap="square" lIns="14438" tIns="7219" rIns="14438" bIns="7219" anchor="ctr">
            <a:noAutofit/>
          </a:bodyPr>
          <a:lstStyle/>
          <a:p>
            <a:pPr algn="ctr">
              <a:lnSpc>
                <a:spcPct val="100000"/>
              </a:lnSpc>
              <a:buNone/>
              <a:defRPr sz="2025" b="1" i="0">
                <a:solidFill>
                  <a:srgbClr val="202428"/>
                </a:solidFill>
                <a:latin typeface="Arial"/>
                <a:ea typeface="Arial"/>
                <a:cs typeface="Arial"/>
              </a:defRPr>
            </a:pPr>
            <a:r>
              <a:rPr sz="1000" b="1">
                <a:solidFill>
                  <a:srgbClr val="202428"/>
                </a:solidFill>
                <a:latin typeface="Times New Roman" panose="02020603050405020304" pitchFamily="18" charset="0"/>
                <a:ea typeface="Arial"/>
                <a:cs typeface="Times New Roman" panose="02020603050405020304" pitchFamily="18" charset="0"/>
              </a:rPr>
              <a:t>6. Material reassignment</a:t>
            </a:r>
          </a:p>
        </p:txBody>
      </p:sp>
      <p:sp>
        <p:nvSpPr>
          <p:cNvPr id="72" name="reassignment-body">
            <a:extLst>
              <a:ext uri="{FF2B5EF4-FFF2-40B4-BE49-F238E27FC236}">
                <a16:creationId xmlns:a16="http://schemas.microsoft.com/office/drawing/2014/main" id="{1B1A1D9C-9912-4DFE-B3F0-08480A9C7B35}"/>
              </a:ext>
            </a:extLst>
          </p:cNvPr>
          <p:cNvSpPr>
            <a:spLocks noGrp="1"/>
          </p:cNvSpPr>
          <p:nvPr/>
        </p:nvSpPr>
        <p:spPr>
          <a:xfrm>
            <a:off x="2830483" y="4138543"/>
            <a:ext cx="3573320" cy="119111"/>
          </a:xfrm>
          <a:prstGeom prst="rect">
            <a:avLst/>
          </a:prstGeom>
          <a:noFill/>
          <a:ln w="0">
            <a:noFill/>
            <a:prstDash val="solid"/>
          </a:ln>
        </p:spPr>
        <p:txBody>
          <a:bodyPr wrap="square" lIns="14438" tIns="7219" rIns="14438" bIns="7219" anchor="ctr">
            <a:noAutofit/>
          </a:bodyPr>
          <a:lstStyle/>
          <a:p>
            <a:pPr algn="ctr">
              <a:lnSpc>
                <a:spcPct val="100000"/>
              </a:lnSpc>
              <a:buNone/>
              <a:defRPr sz="1725" b="0" i="0">
                <a:solidFill>
                  <a:srgbClr val="2F363B"/>
                </a:solidFill>
                <a:latin typeface="Arial"/>
                <a:ea typeface="Arial"/>
                <a:cs typeface="Arial"/>
              </a:defRPr>
            </a:pPr>
            <a:r>
              <a:rPr sz="1000" dirty="0">
                <a:latin typeface="Times New Roman" panose="02020603050405020304" pitchFamily="18" charset="0"/>
                <a:ea typeface="Arial"/>
                <a:cs typeface="Times New Roman" panose="02020603050405020304" pitchFamily="18" charset="0"/>
              </a:rPr>
              <a:t>Update mᵢ using the filtered stress state and obtain a new design</a:t>
            </a:r>
          </a:p>
        </p:txBody>
      </p:sp>
      <p:sp>
        <p:nvSpPr>
          <p:cNvPr id="73" name="convergence-heading">
            <a:extLst>
              <a:ext uri="{FF2B5EF4-FFF2-40B4-BE49-F238E27FC236}">
                <a16:creationId xmlns:a16="http://schemas.microsoft.com/office/drawing/2014/main" id="{4AF135A6-7FA9-4983-9BF3-6C856E5018A9}"/>
              </a:ext>
            </a:extLst>
          </p:cNvPr>
          <p:cNvSpPr>
            <a:spLocks noGrp="1"/>
          </p:cNvSpPr>
          <p:nvPr/>
        </p:nvSpPr>
        <p:spPr>
          <a:xfrm>
            <a:off x="3632785" y="5120407"/>
            <a:ext cx="1985178" cy="281534"/>
          </a:xfrm>
          <a:prstGeom prst="rect">
            <a:avLst/>
          </a:prstGeom>
          <a:noFill/>
          <a:ln w="0">
            <a:noFill/>
            <a:prstDash val="solid"/>
          </a:ln>
        </p:spPr>
        <p:txBody>
          <a:bodyPr wrap="square" lIns="14438" tIns="7219" rIns="14438" bIns="7219" anchor="ctr">
            <a:noAutofit/>
          </a:bodyPr>
          <a:lstStyle/>
          <a:p>
            <a:pPr algn="ctr">
              <a:lnSpc>
                <a:spcPct val="95000"/>
              </a:lnSpc>
              <a:buNone/>
              <a:defRPr sz="2025" b="1" i="0">
                <a:solidFill>
                  <a:srgbClr val="202428"/>
                </a:solidFill>
                <a:latin typeface="Arial"/>
                <a:ea typeface="Arial"/>
                <a:cs typeface="Arial"/>
              </a:defRPr>
            </a:pPr>
            <a:r>
              <a:rPr lang="en-US" sz="1000" b="1" dirty="0">
                <a:solidFill>
                  <a:srgbClr val="202428"/>
                </a:solidFill>
                <a:latin typeface="Times New Roman" panose="02020603050405020304" pitchFamily="18" charset="0"/>
                <a:ea typeface="Arial"/>
                <a:cs typeface="Times New Roman" panose="02020603050405020304" pitchFamily="18" charset="0"/>
              </a:rPr>
              <a:t>8</a:t>
            </a:r>
            <a:r>
              <a:rPr sz="1000" b="1" dirty="0">
                <a:solidFill>
                  <a:srgbClr val="202428"/>
                </a:solidFill>
                <a:latin typeface="Times New Roman" panose="02020603050405020304" pitchFamily="18" charset="0"/>
                <a:ea typeface="Arial"/>
                <a:cs typeface="Times New Roman" panose="02020603050405020304" pitchFamily="18" charset="0"/>
              </a:rPr>
              <a:t>. </a:t>
            </a:r>
            <a:r>
              <a:rPr lang="en-US" sz="1000" b="1" dirty="0">
                <a:solidFill>
                  <a:srgbClr val="202428"/>
                </a:solidFill>
                <a:latin typeface="Times New Roman" panose="02020603050405020304" pitchFamily="18" charset="0"/>
                <a:ea typeface="Arial"/>
                <a:cs typeface="Times New Roman" panose="02020603050405020304" pitchFamily="18" charset="0"/>
              </a:rPr>
              <a:t>Stopping criteria satisfied</a:t>
            </a:r>
            <a:r>
              <a:rPr sz="1000" b="1" dirty="0">
                <a:solidFill>
                  <a:srgbClr val="202428"/>
                </a:solidFill>
                <a:latin typeface="Times New Roman" panose="02020603050405020304" pitchFamily="18" charset="0"/>
                <a:ea typeface="Arial"/>
                <a:cs typeface="Times New Roman" panose="02020603050405020304" pitchFamily="18" charset="0"/>
              </a:rPr>
              <a:t>?</a:t>
            </a:r>
          </a:p>
        </p:txBody>
      </p:sp>
      <p:sp>
        <p:nvSpPr>
          <p:cNvPr id="74" name="no-label">
            <a:extLst>
              <a:ext uri="{FF2B5EF4-FFF2-40B4-BE49-F238E27FC236}">
                <a16:creationId xmlns:a16="http://schemas.microsoft.com/office/drawing/2014/main" id="{9D14B889-A05D-4534-A5F6-ED0BAF96D51A}"/>
              </a:ext>
            </a:extLst>
          </p:cNvPr>
          <p:cNvSpPr>
            <a:spLocks noGrp="1"/>
          </p:cNvSpPr>
          <p:nvPr/>
        </p:nvSpPr>
        <p:spPr>
          <a:xfrm>
            <a:off x="2855246" y="5031561"/>
            <a:ext cx="223784" cy="115501"/>
          </a:xfrm>
          <a:prstGeom prst="rect">
            <a:avLst/>
          </a:prstGeom>
          <a:noFill/>
          <a:ln w="0">
            <a:noFill/>
            <a:prstDash val="solid"/>
          </a:ln>
        </p:spPr>
        <p:txBody>
          <a:bodyPr wrap="square" lIns="14438" tIns="7219" rIns="14438" bIns="7219" anchor="ctr">
            <a:noAutofit/>
          </a:bodyPr>
          <a:lstStyle/>
          <a:p>
            <a:pPr algn="l">
              <a:lnSpc>
                <a:spcPct val="100000"/>
              </a:lnSpc>
              <a:buNone/>
              <a:defRPr sz="1650" b="0" i="0">
                <a:solidFill>
                  <a:srgbClr val="2F363B"/>
                </a:solidFill>
                <a:latin typeface="Arial"/>
                <a:ea typeface="Arial"/>
                <a:cs typeface="Arial"/>
              </a:defRPr>
            </a:pPr>
            <a:r>
              <a:rPr sz="1000" dirty="0">
                <a:solidFill>
                  <a:srgbClr val="2F363B"/>
                </a:solidFill>
                <a:latin typeface="Times New Roman" panose="02020603050405020304" pitchFamily="18" charset="0"/>
                <a:ea typeface="Arial"/>
                <a:cs typeface="Times New Roman" panose="02020603050405020304" pitchFamily="18" charset="0"/>
              </a:rPr>
              <a:t>No</a:t>
            </a:r>
          </a:p>
        </p:txBody>
      </p:sp>
      <p:sp>
        <p:nvSpPr>
          <p:cNvPr id="75" name="yes-label">
            <a:extLst>
              <a:ext uri="{FF2B5EF4-FFF2-40B4-BE49-F238E27FC236}">
                <a16:creationId xmlns:a16="http://schemas.microsoft.com/office/drawing/2014/main" id="{F8AC0F8F-E157-44DD-8538-AA7857382874}"/>
              </a:ext>
            </a:extLst>
          </p:cNvPr>
          <p:cNvSpPr>
            <a:spLocks noGrp="1"/>
          </p:cNvSpPr>
          <p:nvPr/>
        </p:nvSpPr>
        <p:spPr>
          <a:xfrm>
            <a:off x="4692941" y="5465109"/>
            <a:ext cx="245440" cy="115501"/>
          </a:xfrm>
          <a:prstGeom prst="rect">
            <a:avLst/>
          </a:prstGeom>
          <a:noFill/>
          <a:ln w="0">
            <a:noFill/>
            <a:prstDash val="solid"/>
          </a:ln>
        </p:spPr>
        <p:txBody>
          <a:bodyPr wrap="square" lIns="14438" tIns="7219" rIns="14438" bIns="7219" anchor="ctr">
            <a:noAutofit/>
          </a:bodyPr>
          <a:lstStyle/>
          <a:p>
            <a:pPr algn="l">
              <a:lnSpc>
                <a:spcPct val="100000"/>
              </a:lnSpc>
              <a:buNone/>
              <a:defRPr sz="1650" b="0" i="0">
                <a:solidFill>
                  <a:srgbClr val="2F363B"/>
                </a:solidFill>
                <a:latin typeface="Arial"/>
                <a:ea typeface="Arial"/>
                <a:cs typeface="Arial"/>
              </a:defRPr>
            </a:pPr>
            <a:r>
              <a:rPr sz="1000">
                <a:solidFill>
                  <a:srgbClr val="2F363B"/>
                </a:solidFill>
                <a:latin typeface="Times New Roman" panose="02020603050405020304" pitchFamily="18" charset="0"/>
                <a:ea typeface="Arial"/>
                <a:cs typeface="Times New Roman" panose="02020603050405020304" pitchFamily="18" charset="0"/>
              </a:rPr>
              <a:t>Yes</a:t>
            </a:r>
          </a:p>
        </p:txBody>
      </p:sp>
      <p:sp>
        <p:nvSpPr>
          <p:cNvPr id="76" name="final-heading">
            <a:extLst>
              <a:ext uri="{FF2B5EF4-FFF2-40B4-BE49-F238E27FC236}">
                <a16:creationId xmlns:a16="http://schemas.microsoft.com/office/drawing/2014/main" id="{2265A40D-C836-4281-A7E1-E65984F16931}"/>
              </a:ext>
            </a:extLst>
          </p:cNvPr>
          <p:cNvSpPr>
            <a:spLocks noGrp="1"/>
          </p:cNvSpPr>
          <p:nvPr/>
        </p:nvSpPr>
        <p:spPr>
          <a:xfrm>
            <a:off x="2830483" y="5670845"/>
            <a:ext cx="3573320" cy="129939"/>
          </a:xfrm>
          <a:prstGeom prst="rect">
            <a:avLst/>
          </a:prstGeom>
          <a:noFill/>
          <a:ln w="0">
            <a:noFill/>
            <a:prstDash val="solid"/>
          </a:ln>
        </p:spPr>
        <p:txBody>
          <a:bodyPr wrap="square" lIns="14438" tIns="7219" rIns="14438" bIns="7219" anchor="ctr">
            <a:noAutofit/>
          </a:bodyPr>
          <a:lstStyle/>
          <a:p>
            <a:pPr algn="ctr">
              <a:lnSpc>
                <a:spcPct val="100000"/>
              </a:lnSpc>
              <a:buNone/>
              <a:defRPr sz="2025" b="1" i="0">
                <a:solidFill>
                  <a:srgbClr val="202428"/>
                </a:solidFill>
                <a:latin typeface="Arial"/>
                <a:ea typeface="Arial"/>
                <a:cs typeface="Arial"/>
              </a:defRPr>
            </a:pPr>
            <a:r>
              <a:rPr lang="en-US" sz="1000" b="1" dirty="0">
                <a:solidFill>
                  <a:srgbClr val="202428"/>
                </a:solidFill>
                <a:latin typeface="Times New Roman" panose="02020603050405020304" pitchFamily="18" charset="0"/>
                <a:ea typeface="Arial"/>
                <a:cs typeface="Times New Roman" panose="02020603050405020304" pitchFamily="18" charset="0"/>
              </a:rPr>
              <a:t>9</a:t>
            </a:r>
            <a:r>
              <a:rPr sz="1000" b="1" dirty="0">
                <a:solidFill>
                  <a:srgbClr val="202428"/>
                </a:solidFill>
                <a:latin typeface="Times New Roman" panose="02020603050405020304" pitchFamily="18" charset="0"/>
                <a:ea typeface="Arial"/>
                <a:cs typeface="Times New Roman" panose="02020603050405020304" pitchFamily="18" charset="0"/>
              </a:rPr>
              <a:t>. Final-response evaluation and result assembly</a:t>
            </a:r>
          </a:p>
        </p:txBody>
      </p:sp>
      <p:sp>
        <p:nvSpPr>
          <p:cNvPr id="77" name="final-body">
            <a:extLst>
              <a:ext uri="{FF2B5EF4-FFF2-40B4-BE49-F238E27FC236}">
                <a16:creationId xmlns:a16="http://schemas.microsoft.com/office/drawing/2014/main" id="{C8D328C8-1FAA-4FED-98B2-DA7E21970887}"/>
              </a:ext>
            </a:extLst>
          </p:cNvPr>
          <p:cNvSpPr>
            <a:spLocks noGrp="1"/>
          </p:cNvSpPr>
          <p:nvPr/>
        </p:nvSpPr>
        <p:spPr>
          <a:xfrm>
            <a:off x="2830483" y="5818830"/>
            <a:ext cx="3573320" cy="108282"/>
          </a:xfrm>
          <a:prstGeom prst="rect">
            <a:avLst/>
          </a:prstGeom>
          <a:noFill/>
          <a:ln w="0">
            <a:noFill/>
            <a:prstDash val="solid"/>
          </a:ln>
        </p:spPr>
        <p:txBody>
          <a:bodyPr wrap="square" lIns="14438" tIns="7219" rIns="14438" bIns="7219" anchor="ctr">
            <a:noAutofit/>
          </a:bodyPr>
          <a:lstStyle/>
          <a:p>
            <a:pPr algn="ctr">
              <a:lnSpc>
                <a:spcPct val="100000"/>
              </a:lnSpc>
              <a:buNone/>
              <a:defRPr sz="1725" b="0" i="0">
                <a:solidFill>
                  <a:srgbClr val="2F363B"/>
                </a:solidFill>
                <a:latin typeface="Arial"/>
                <a:ea typeface="Arial"/>
                <a:cs typeface="Arial"/>
              </a:defRPr>
            </a:pPr>
            <a:r>
              <a:rPr sz="1000" dirty="0">
                <a:latin typeface="Times New Roman" panose="02020603050405020304" pitchFamily="18" charset="0"/>
                <a:ea typeface="Arial"/>
                <a:cs typeface="Times New Roman" panose="02020603050405020304" pitchFamily="18" charset="0"/>
              </a:rPr>
              <a:t>Final material layout, displacement, stresses, utilization, and histories</a:t>
            </a:r>
          </a:p>
        </p:txBody>
      </p:sp>
      <p:sp>
        <p:nvSpPr>
          <p:cNvPr id="78" name="final-code">
            <a:extLst>
              <a:ext uri="{FF2B5EF4-FFF2-40B4-BE49-F238E27FC236}">
                <a16:creationId xmlns:a16="http://schemas.microsoft.com/office/drawing/2014/main" id="{82DB80B7-2112-49C0-9954-D63CCA624768}"/>
              </a:ext>
            </a:extLst>
          </p:cNvPr>
          <p:cNvSpPr>
            <a:spLocks noGrp="1"/>
          </p:cNvSpPr>
          <p:nvPr/>
        </p:nvSpPr>
        <p:spPr>
          <a:xfrm>
            <a:off x="2830483" y="5954547"/>
            <a:ext cx="3573320" cy="101064"/>
          </a:xfrm>
          <a:prstGeom prst="rect">
            <a:avLst/>
          </a:prstGeom>
          <a:noFill/>
          <a:ln w="0">
            <a:noFill/>
            <a:prstDash val="solid"/>
          </a:ln>
        </p:spPr>
        <p:txBody>
          <a:bodyPr wrap="square" lIns="14438" tIns="7219" rIns="14438" bIns="7219" anchor="ctr">
            <a:noAutofit/>
          </a:bodyPr>
          <a:lstStyle/>
          <a:p>
            <a:pPr algn="ctr">
              <a:lnSpc>
                <a:spcPct val="100000"/>
              </a:lnSpc>
              <a:buNone/>
              <a:defRPr sz="1575" b="0" i="0">
                <a:solidFill>
                  <a:srgbClr val="2F363B"/>
                </a:solidFill>
                <a:latin typeface="Consolas"/>
                <a:ea typeface="Consolas"/>
                <a:cs typeface="Consolas"/>
              </a:defRPr>
            </a:pPr>
            <a:r>
              <a:rPr lang="en-US" sz="1000" dirty="0" err="1">
                <a:solidFill>
                  <a:srgbClr val="2F363B"/>
                </a:solidFill>
                <a:latin typeface="Times New Roman" panose="02020603050405020304" pitchFamily="18" charset="0"/>
                <a:ea typeface="Consolas"/>
                <a:cs typeface="Times New Roman" panose="02020603050405020304" pitchFamily="18" charset="0"/>
              </a:rPr>
              <a:t>build_design_response_from_analysis</a:t>
            </a:r>
            <a:r>
              <a:rPr lang="en-US" sz="1000" dirty="0">
                <a:solidFill>
                  <a:srgbClr val="2F363B"/>
                </a:solidFill>
                <a:latin typeface="Times New Roman" panose="02020603050405020304" pitchFamily="18" charset="0"/>
                <a:ea typeface="Consolas"/>
                <a:cs typeface="Times New Roman" panose="02020603050405020304" pitchFamily="18" charset="0"/>
              </a:rPr>
              <a:t>()</a:t>
            </a:r>
            <a:endParaRPr sz="1000" dirty="0">
              <a:solidFill>
                <a:srgbClr val="2F363B"/>
              </a:solidFill>
              <a:latin typeface="Times New Roman" panose="02020603050405020304" pitchFamily="18" charset="0"/>
              <a:ea typeface="Consolas"/>
              <a:cs typeface="Times New Roman" panose="02020603050405020304" pitchFamily="18" charset="0"/>
            </a:endParaRPr>
          </a:p>
        </p:txBody>
      </p:sp>
      <p:sp>
        <p:nvSpPr>
          <p:cNvPr id="79" name="user-heading">
            <a:extLst>
              <a:ext uri="{FF2B5EF4-FFF2-40B4-BE49-F238E27FC236}">
                <a16:creationId xmlns:a16="http://schemas.microsoft.com/office/drawing/2014/main" id="{07506254-A6C0-4FF6-9501-D93945A8A892}"/>
              </a:ext>
            </a:extLst>
          </p:cNvPr>
          <p:cNvSpPr>
            <a:spLocks noGrp="1"/>
          </p:cNvSpPr>
          <p:nvPr/>
        </p:nvSpPr>
        <p:spPr>
          <a:xfrm>
            <a:off x="7330752" y="448918"/>
            <a:ext cx="1876895" cy="129939"/>
          </a:xfrm>
          <a:prstGeom prst="rect">
            <a:avLst/>
          </a:prstGeom>
          <a:noFill/>
          <a:ln w="0">
            <a:noFill/>
            <a:prstDash val="solid"/>
          </a:ln>
        </p:spPr>
        <p:txBody>
          <a:bodyPr wrap="square" lIns="14438" tIns="7219" rIns="14438" bIns="7219" anchor="ctr">
            <a:noAutofit/>
          </a:bodyPr>
          <a:lstStyle/>
          <a:p>
            <a:pPr algn="ctr">
              <a:lnSpc>
                <a:spcPct val="100000"/>
              </a:lnSpc>
              <a:buNone/>
              <a:defRPr sz="2025" b="1" i="0">
                <a:solidFill>
                  <a:srgbClr val="202428"/>
                </a:solidFill>
                <a:latin typeface="Arial"/>
                <a:ea typeface="Arial"/>
                <a:cs typeface="Arial"/>
              </a:defRPr>
            </a:pPr>
            <a:r>
              <a:rPr sz="1000" b="1" dirty="0">
                <a:solidFill>
                  <a:srgbClr val="202428"/>
                </a:solidFill>
                <a:latin typeface="Times New Roman" panose="02020603050405020304" pitchFamily="18" charset="0"/>
                <a:ea typeface="Arial"/>
                <a:cs typeface="Times New Roman" panose="02020603050405020304" pitchFamily="18" charset="0"/>
              </a:rPr>
              <a:t>User input</a:t>
            </a:r>
          </a:p>
        </p:txBody>
      </p:sp>
      <p:sp>
        <p:nvSpPr>
          <p:cNvPr id="80" name="user-code">
            <a:extLst>
              <a:ext uri="{FF2B5EF4-FFF2-40B4-BE49-F238E27FC236}">
                <a16:creationId xmlns:a16="http://schemas.microsoft.com/office/drawing/2014/main" id="{8C9597D6-73F3-4377-8934-9224038E5B41}"/>
              </a:ext>
            </a:extLst>
          </p:cNvPr>
          <p:cNvSpPr>
            <a:spLocks noGrp="1"/>
          </p:cNvSpPr>
          <p:nvPr/>
        </p:nvSpPr>
        <p:spPr>
          <a:xfrm>
            <a:off x="7330752" y="589686"/>
            <a:ext cx="1876895" cy="104673"/>
          </a:xfrm>
          <a:prstGeom prst="rect">
            <a:avLst/>
          </a:prstGeom>
          <a:noFill/>
          <a:ln w="0">
            <a:noFill/>
            <a:prstDash val="solid"/>
          </a:ln>
        </p:spPr>
        <p:txBody>
          <a:bodyPr wrap="square" lIns="14438" tIns="7219" rIns="14438" bIns="7219" anchor="ctr">
            <a:noAutofit/>
          </a:bodyPr>
          <a:lstStyle/>
          <a:p>
            <a:pPr algn="ctr">
              <a:lnSpc>
                <a:spcPct val="100000"/>
              </a:lnSpc>
              <a:buNone/>
              <a:defRPr sz="1575" b="0" i="0">
                <a:solidFill>
                  <a:srgbClr val="2F363B"/>
                </a:solidFill>
                <a:latin typeface="Consolas"/>
                <a:ea typeface="Consolas"/>
                <a:cs typeface="Consolas"/>
              </a:defRPr>
            </a:pPr>
            <a:r>
              <a:rPr sz="1000" dirty="0" err="1">
                <a:solidFill>
                  <a:srgbClr val="2F363B"/>
                </a:solidFill>
                <a:latin typeface="Times New Roman" panose="02020603050405020304" pitchFamily="18" charset="0"/>
                <a:ea typeface="Consolas"/>
                <a:cs typeface="Times New Roman" panose="02020603050405020304" pitchFamily="18" charset="0"/>
              </a:rPr>
              <a:t>nelx</a:t>
            </a:r>
            <a:r>
              <a:rPr sz="1000" dirty="0">
                <a:solidFill>
                  <a:srgbClr val="2F363B"/>
                </a:solidFill>
                <a:latin typeface="Times New Roman" panose="02020603050405020304" pitchFamily="18" charset="0"/>
                <a:ea typeface="Consolas"/>
                <a:cs typeface="Times New Roman" panose="02020603050405020304" pitchFamily="18" charset="0"/>
              </a:rPr>
              <a:t>, </a:t>
            </a:r>
            <a:r>
              <a:rPr sz="1000" dirty="0" err="1">
                <a:solidFill>
                  <a:srgbClr val="2F363B"/>
                </a:solidFill>
                <a:latin typeface="Times New Roman" panose="02020603050405020304" pitchFamily="18" charset="0"/>
                <a:ea typeface="Consolas"/>
                <a:cs typeface="Times New Roman" panose="02020603050405020304" pitchFamily="18" charset="0"/>
              </a:rPr>
              <a:t>nely</a:t>
            </a:r>
            <a:r>
              <a:rPr sz="1000" dirty="0">
                <a:solidFill>
                  <a:srgbClr val="2F363B"/>
                </a:solidFill>
                <a:latin typeface="Times New Roman" panose="02020603050405020304" pitchFamily="18" charset="0"/>
                <a:ea typeface="Consolas"/>
                <a:cs typeface="Times New Roman" panose="02020603050405020304" pitchFamily="18" charset="0"/>
              </a:rPr>
              <a:t>, </a:t>
            </a:r>
            <a:r>
              <a:rPr sz="1000" dirty="0" err="1">
                <a:solidFill>
                  <a:srgbClr val="2F363B"/>
                </a:solidFill>
                <a:latin typeface="Times New Roman" panose="02020603050405020304" pitchFamily="18" charset="0"/>
                <a:ea typeface="Consolas"/>
                <a:cs typeface="Times New Roman" panose="02020603050405020304" pitchFamily="18" charset="0"/>
              </a:rPr>
              <a:t>volfrac</a:t>
            </a:r>
            <a:r>
              <a:rPr sz="1000" dirty="0">
                <a:solidFill>
                  <a:srgbClr val="2F363B"/>
                </a:solidFill>
                <a:latin typeface="Times New Roman" panose="02020603050405020304" pitchFamily="18" charset="0"/>
                <a:ea typeface="Consolas"/>
                <a:cs typeface="Times New Roman" panose="02020603050405020304" pitchFamily="18" charset="0"/>
              </a:rPr>
              <a:t>, er, options</a:t>
            </a:r>
          </a:p>
        </p:txBody>
      </p:sp>
      <p:sp>
        <p:nvSpPr>
          <p:cNvPr id="83" name="examples-heading">
            <a:extLst>
              <a:ext uri="{FF2B5EF4-FFF2-40B4-BE49-F238E27FC236}">
                <a16:creationId xmlns:a16="http://schemas.microsoft.com/office/drawing/2014/main" id="{008C023E-DB82-452D-947A-8D75F3A4E011}"/>
              </a:ext>
            </a:extLst>
          </p:cNvPr>
          <p:cNvSpPr>
            <a:spLocks noGrp="1"/>
          </p:cNvSpPr>
          <p:nvPr/>
        </p:nvSpPr>
        <p:spPr>
          <a:xfrm>
            <a:off x="7195401" y="1162114"/>
            <a:ext cx="2147595" cy="294971"/>
          </a:xfrm>
          <a:prstGeom prst="rect">
            <a:avLst/>
          </a:prstGeom>
          <a:noFill/>
          <a:ln w="0">
            <a:noFill/>
            <a:prstDash val="solid"/>
          </a:ln>
        </p:spPr>
        <p:txBody>
          <a:bodyPr wrap="square" lIns="14438" tIns="7219" rIns="14438" bIns="7219" anchor="ctr">
            <a:noAutofit/>
          </a:bodyPr>
          <a:lstStyle/>
          <a:p>
            <a:pPr algn="ctr">
              <a:lnSpc>
                <a:spcPct val="100000"/>
              </a:lnSpc>
              <a:buNone/>
              <a:defRPr sz="1950" b="1" i="0">
                <a:solidFill>
                  <a:srgbClr val="202428"/>
                </a:solidFill>
                <a:latin typeface="Arial"/>
                <a:ea typeface="Arial"/>
                <a:cs typeface="Arial"/>
              </a:defRPr>
            </a:pPr>
            <a:r>
              <a:rPr sz="1000" b="1" dirty="0">
                <a:solidFill>
                  <a:srgbClr val="202428"/>
                </a:solidFill>
                <a:latin typeface="Times New Roman" panose="02020603050405020304" pitchFamily="18" charset="0"/>
                <a:ea typeface="Arial"/>
                <a:cs typeface="Times New Roman" panose="02020603050405020304" pitchFamily="18" charset="0"/>
              </a:rPr>
              <a:t>Example</a:t>
            </a:r>
            <a:r>
              <a:rPr lang="en-US" sz="1000" b="1" dirty="0">
                <a:solidFill>
                  <a:srgbClr val="202428"/>
                </a:solidFill>
                <a:latin typeface="Times New Roman" panose="02020603050405020304" pitchFamily="18" charset="0"/>
                <a:ea typeface="Arial"/>
                <a:cs typeface="Times New Roman" panose="02020603050405020304" pitchFamily="18" charset="0"/>
              </a:rPr>
              <a:t>s/Direct function call</a:t>
            </a:r>
          </a:p>
        </p:txBody>
      </p:sp>
      <p:sp>
        <p:nvSpPr>
          <p:cNvPr id="89" name="standard-heading">
            <a:extLst>
              <a:ext uri="{FF2B5EF4-FFF2-40B4-BE49-F238E27FC236}">
                <a16:creationId xmlns:a16="http://schemas.microsoft.com/office/drawing/2014/main" id="{D3FF5D43-D4C8-450C-AA1C-B315BD700683}"/>
              </a:ext>
            </a:extLst>
          </p:cNvPr>
          <p:cNvSpPr>
            <a:spLocks noGrp="1"/>
          </p:cNvSpPr>
          <p:nvPr/>
        </p:nvSpPr>
        <p:spPr>
          <a:xfrm>
            <a:off x="8436331" y="2180623"/>
            <a:ext cx="949773" cy="129939"/>
          </a:xfrm>
          <a:prstGeom prst="rect">
            <a:avLst/>
          </a:prstGeom>
          <a:noFill/>
          <a:ln w="0">
            <a:noFill/>
            <a:prstDash val="solid"/>
          </a:ln>
        </p:spPr>
        <p:txBody>
          <a:bodyPr wrap="square" lIns="14438" tIns="7219" rIns="14438" bIns="7219" anchor="ctr">
            <a:noAutofit/>
          </a:bodyPr>
          <a:lstStyle/>
          <a:p>
            <a:pPr algn="ctr">
              <a:lnSpc>
                <a:spcPct val="100000"/>
              </a:lnSpc>
              <a:buNone/>
              <a:defRPr sz="1950" b="1" i="0">
                <a:solidFill>
                  <a:srgbClr val="202428"/>
                </a:solidFill>
                <a:latin typeface="Arial"/>
                <a:ea typeface="Arial"/>
                <a:cs typeface="Arial"/>
              </a:defRPr>
            </a:pPr>
            <a:r>
              <a:rPr sz="1000" b="1" dirty="0">
                <a:solidFill>
                  <a:srgbClr val="202428"/>
                </a:solidFill>
                <a:latin typeface="Times New Roman" panose="02020603050405020304" pitchFamily="18" charset="0"/>
                <a:ea typeface="Arial"/>
                <a:cs typeface="Times New Roman" panose="02020603050405020304" pitchFamily="18" charset="0"/>
              </a:rPr>
              <a:t>Standard solver</a:t>
            </a:r>
          </a:p>
        </p:txBody>
      </p:sp>
      <p:sp>
        <p:nvSpPr>
          <p:cNvPr id="90" name="standard-code">
            <a:extLst>
              <a:ext uri="{FF2B5EF4-FFF2-40B4-BE49-F238E27FC236}">
                <a16:creationId xmlns:a16="http://schemas.microsoft.com/office/drawing/2014/main" id="{73DD4B0E-7F1F-4F7E-8C8F-7BA058BC75D9}"/>
              </a:ext>
            </a:extLst>
          </p:cNvPr>
          <p:cNvSpPr>
            <a:spLocks noGrp="1"/>
          </p:cNvSpPr>
          <p:nvPr/>
        </p:nvSpPr>
        <p:spPr>
          <a:xfrm>
            <a:off x="8436331" y="2415233"/>
            <a:ext cx="949773" cy="101064"/>
          </a:xfrm>
          <a:prstGeom prst="rect">
            <a:avLst/>
          </a:prstGeom>
          <a:noFill/>
          <a:ln w="0">
            <a:noFill/>
            <a:prstDash val="solid"/>
          </a:ln>
        </p:spPr>
        <p:txBody>
          <a:bodyPr wrap="square" lIns="14438" tIns="7219" rIns="14438" bIns="7219" anchor="ctr">
            <a:noAutofit/>
          </a:bodyPr>
          <a:lstStyle/>
          <a:p>
            <a:pPr algn="ctr">
              <a:lnSpc>
                <a:spcPct val="100000"/>
              </a:lnSpc>
              <a:buNone/>
              <a:defRPr sz="1575" b="0" i="0">
                <a:solidFill>
                  <a:srgbClr val="2F363B"/>
                </a:solidFill>
                <a:latin typeface="Consolas"/>
                <a:ea typeface="Consolas"/>
                <a:cs typeface="Consolas"/>
              </a:defRPr>
            </a:pPr>
            <a:r>
              <a:rPr sz="1000" dirty="0" err="1">
                <a:solidFill>
                  <a:srgbClr val="2F363B"/>
                </a:solidFill>
                <a:latin typeface="Times New Roman" panose="02020603050405020304" pitchFamily="18" charset="0"/>
                <a:ea typeface="Consolas"/>
                <a:cs typeface="Times New Roman" panose="02020603050405020304" pitchFamily="18" charset="0"/>
              </a:rPr>
              <a:t>mbeso.m</a:t>
            </a:r>
            <a:endParaRPr sz="1000" dirty="0">
              <a:solidFill>
                <a:srgbClr val="2F363B"/>
              </a:solidFill>
              <a:latin typeface="Times New Roman" panose="02020603050405020304" pitchFamily="18" charset="0"/>
              <a:ea typeface="Consolas"/>
              <a:cs typeface="Times New Roman" panose="02020603050405020304" pitchFamily="18" charset="0"/>
            </a:endParaRPr>
          </a:p>
        </p:txBody>
      </p:sp>
      <p:sp>
        <p:nvSpPr>
          <p:cNvPr id="91" name="extended-heading">
            <a:extLst>
              <a:ext uri="{FF2B5EF4-FFF2-40B4-BE49-F238E27FC236}">
                <a16:creationId xmlns:a16="http://schemas.microsoft.com/office/drawing/2014/main" id="{73106E46-C04D-491B-952B-40947D2C31A4}"/>
              </a:ext>
            </a:extLst>
          </p:cNvPr>
          <p:cNvSpPr>
            <a:spLocks noGrp="1"/>
          </p:cNvSpPr>
          <p:nvPr/>
        </p:nvSpPr>
        <p:spPr>
          <a:xfrm>
            <a:off x="7222471" y="2181556"/>
            <a:ext cx="1064777" cy="129939"/>
          </a:xfrm>
          <a:prstGeom prst="rect">
            <a:avLst/>
          </a:prstGeom>
          <a:noFill/>
          <a:ln w="0">
            <a:noFill/>
            <a:prstDash val="solid"/>
          </a:ln>
        </p:spPr>
        <p:txBody>
          <a:bodyPr wrap="square" lIns="14438" tIns="7219" rIns="14438" bIns="7219" anchor="ctr">
            <a:noAutofit/>
          </a:bodyPr>
          <a:lstStyle/>
          <a:p>
            <a:pPr algn="ctr">
              <a:lnSpc>
                <a:spcPct val="100000"/>
              </a:lnSpc>
              <a:buNone/>
              <a:defRPr sz="1950" b="1" i="0">
                <a:solidFill>
                  <a:srgbClr val="202428"/>
                </a:solidFill>
                <a:latin typeface="Arial"/>
                <a:ea typeface="Arial"/>
                <a:cs typeface="Arial"/>
              </a:defRPr>
            </a:pPr>
            <a:r>
              <a:rPr sz="1000" b="1" dirty="0">
                <a:solidFill>
                  <a:srgbClr val="202428"/>
                </a:solidFill>
                <a:latin typeface="Times New Roman" panose="02020603050405020304" pitchFamily="18" charset="0"/>
                <a:ea typeface="Arial"/>
                <a:cs typeface="Times New Roman" panose="02020603050405020304" pitchFamily="18" charset="0"/>
              </a:rPr>
              <a:t>Extended solver</a:t>
            </a:r>
          </a:p>
        </p:txBody>
      </p:sp>
      <p:sp>
        <p:nvSpPr>
          <p:cNvPr id="92" name="extended-code">
            <a:extLst>
              <a:ext uri="{FF2B5EF4-FFF2-40B4-BE49-F238E27FC236}">
                <a16:creationId xmlns:a16="http://schemas.microsoft.com/office/drawing/2014/main" id="{66F4B524-7CCE-40C0-81B5-7BB819FE2341}"/>
              </a:ext>
            </a:extLst>
          </p:cNvPr>
          <p:cNvSpPr>
            <a:spLocks noGrp="1"/>
          </p:cNvSpPr>
          <p:nvPr/>
        </p:nvSpPr>
        <p:spPr>
          <a:xfrm>
            <a:off x="7150280" y="2325738"/>
            <a:ext cx="1209154" cy="162756"/>
          </a:xfrm>
          <a:prstGeom prst="rect">
            <a:avLst/>
          </a:prstGeom>
          <a:noFill/>
          <a:ln w="0">
            <a:noFill/>
            <a:prstDash val="solid"/>
          </a:ln>
        </p:spPr>
        <p:txBody>
          <a:bodyPr wrap="square" lIns="14438" tIns="7219" rIns="14438" bIns="7219" anchor="ctr">
            <a:noAutofit/>
          </a:bodyPr>
          <a:lstStyle/>
          <a:p>
            <a:pPr algn="ctr">
              <a:lnSpc>
                <a:spcPct val="100000"/>
              </a:lnSpc>
              <a:buNone/>
              <a:defRPr sz="1425" b="0" i="0">
                <a:solidFill>
                  <a:srgbClr val="2F363B"/>
                </a:solidFill>
                <a:latin typeface="Consolas"/>
                <a:ea typeface="Consolas"/>
                <a:cs typeface="Consolas"/>
              </a:defRPr>
            </a:pPr>
            <a:r>
              <a:rPr sz="1000" dirty="0" err="1">
                <a:solidFill>
                  <a:srgbClr val="2F363B"/>
                </a:solidFill>
                <a:latin typeface="Times New Roman" panose="02020603050405020304" pitchFamily="18" charset="0"/>
                <a:ea typeface="Consolas"/>
                <a:cs typeface="Times New Roman" panose="02020603050405020304" pitchFamily="18" charset="0"/>
              </a:rPr>
              <a:t>mbeso_fixed_solid.m</a:t>
            </a:r>
            <a:endParaRPr sz="1000" dirty="0">
              <a:solidFill>
                <a:srgbClr val="2F363B"/>
              </a:solidFill>
              <a:latin typeface="Times New Roman" panose="02020603050405020304" pitchFamily="18" charset="0"/>
              <a:ea typeface="Consolas"/>
              <a:cs typeface="Times New Roman" panose="02020603050405020304" pitchFamily="18" charset="0"/>
            </a:endParaRPr>
          </a:p>
        </p:txBody>
      </p:sp>
      <p:sp>
        <p:nvSpPr>
          <p:cNvPr id="95" name="extended-step-5">
            <a:extLst>
              <a:ext uri="{FF2B5EF4-FFF2-40B4-BE49-F238E27FC236}">
                <a16:creationId xmlns:a16="http://schemas.microsoft.com/office/drawing/2014/main" id="{13491B11-DA89-4294-9DA7-3AA859D2B9AF}"/>
              </a:ext>
            </a:extLst>
          </p:cNvPr>
          <p:cNvSpPr>
            <a:spLocks noGrp="1"/>
          </p:cNvSpPr>
          <p:nvPr/>
        </p:nvSpPr>
        <p:spPr>
          <a:xfrm>
            <a:off x="6678000" y="3396393"/>
            <a:ext cx="720000" cy="360000"/>
          </a:xfrm>
          <a:prstGeom prst="rect">
            <a:avLst/>
          </a:prstGeom>
          <a:solidFill>
            <a:schemeClr val="bg1"/>
          </a:solidFill>
          <a:ln w="0">
            <a:solidFill>
              <a:srgbClr val="FF0000"/>
            </a:solidFill>
            <a:prstDash val="solid"/>
          </a:ln>
          <a:effectLst/>
        </p:spPr>
        <p:txBody>
          <a:bodyPr wrap="square" lIns="14438" tIns="7219" rIns="14438" bIns="7219" anchor="ctr">
            <a:noAutofit/>
          </a:bodyPr>
          <a:lstStyle/>
          <a:p>
            <a:pPr algn="ctr">
              <a:lnSpc>
                <a:spcPct val="100000"/>
              </a:lnSpc>
              <a:buNone/>
              <a:defRPr sz="1500" b="0" i="0">
                <a:solidFill>
                  <a:srgbClr val="B36A20"/>
                </a:solidFill>
                <a:latin typeface="Arial"/>
                <a:ea typeface="Arial"/>
                <a:cs typeface="Arial"/>
              </a:defRPr>
            </a:pPr>
            <a:r>
              <a:rPr lang="en-US" sz="900" dirty="0">
                <a:solidFill>
                  <a:srgbClr val="FF0000"/>
                </a:solidFill>
                <a:latin typeface="Times New Roman" panose="02020603050405020304" pitchFamily="18" charset="0"/>
                <a:ea typeface="Arial"/>
                <a:cs typeface="Times New Roman" panose="02020603050405020304" pitchFamily="18" charset="0"/>
              </a:rPr>
              <a:t>Design </a:t>
            </a:r>
            <a:r>
              <a:rPr sz="900" dirty="0">
                <a:solidFill>
                  <a:srgbClr val="FF0000"/>
                </a:solidFill>
                <a:latin typeface="Times New Roman" panose="02020603050405020304" pitchFamily="18" charset="0"/>
                <a:ea typeface="Arial"/>
                <a:cs typeface="Times New Roman" panose="02020603050405020304" pitchFamily="18" charset="0"/>
              </a:rPr>
              <a:t>masks </a:t>
            </a:r>
            <a:endParaRPr lang="en-US" sz="900" dirty="0">
              <a:solidFill>
                <a:srgbClr val="FF0000"/>
              </a:solidFill>
              <a:latin typeface="Times New Roman" panose="02020603050405020304" pitchFamily="18" charset="0"/>
              <a:ea typeface="Arial"/>
              <a:cs typeface="Times New Roman" panose="02020603050405020304" pitchFamily="18" charset="0"/>
            </a:endParaRPr>
          </a:p>
          <a:p>
            <a:pPr algn="ctr">
              <a:lnSpc>
                <a:spcPct val="100000"/>
              </a:lnSpc>
              <a:buNone/>
              <a:defRPr sz="1500" b="0" i="0">
                <a:solidFill>
                  <a:srgbClr val="B36A20"/>
                </a:solidFill>
                <a:latin typeface="Arial"/>
                <a:ea typeface="Arial"/>
                <a:cs typeface="Arial"/>
              </a:defRPr>
            </a:pPr>
            <a:r>
              <a:rPr sz="900" dirty="0">
                <a:solidFill>
                  <a:srgbClr val="FF0000"/>
                </a:solidFill>
                <a:latin typeface="Times New Roman" panose="02020603050405020304" pitchFamily="18" charset="0"/>
                <a:ea typeface="Arial"/>
                <a:cs typeface="Times New Roman" panose="02020603050405020304" pitchFamily="18" charset="0"/>
              </a:rPr>
              <a:t>→ Step 5</a:t>
            </a:r>
          </a:p>
        </p:txBody>
      </p:sp>
      <p:sp>
        <p:nvSpPr>
          <p:cNvPr id="96" name="extended-step-2">
            <a:extLst>
              <a:ext uri="{FF2B5EF4-FFF2-40B4-BE49-F238E27FC236}">
                <a16:creationId xmlns:a16="http://schemas.microsoft.com/office/drawing/2014/main" id="{6D55ED40-BD0F-4922-9146-E9251227CE8C}"/>
              </a:ext>
            </a:extLst>
          </p:cNvPr>
          <p:cNvSpPr>
            <a:spLocks noGrp="1"/>
          </p:cNvSpPr>
          <p:nvPr/>
        </p:nvSpPr>
        <p:spPr>
          <a:xfrm>
            <a:off x="6678000" y="1664027"/>
            <a:ext cx="720000" cy="360000"/>
          </a:xfrm>
          <a:prstGeom prst="rect">
            <a:avLst/>
          </a:prstGeom>
          <a:solidFill>
            <a:schemeClr val="bg1"/>
          </a:solidFill>
          <a:ln w="0">
            <a:solidFill>
              <a:srgbClr val="FF0000"/>
            </a:solidFill>
            <a:prstDash val="solid"/>
          </a:ln>
          <a:effectLst/>
        </p:spPr>
        <p:txBody>
          <a:bodyPr wrap="square" lIns="14438" tIns="7219" rIns="14438" bIns="7219" anchor="ctr">
            <a:noAutofit/>
          </a:bodyPr>
          <a:lstStyle/>
          <a:p>
            <a:pPr algn="ctr">
              <a:lnSpc>
                <a:spcPct val="100000"/>
              </a:lnSpc>
              <a:buNone/>
              <a:defRPr sz="1500" b="0" i="0">
                <a:solidFill>
                  <a:srgbClr val="B36A20"/>
                </a:solidFill>
                <a:latin typeface="Arial"/>
                <a:ea typeface="Arial"/>
                <a:cs typeface="Arial"/>
              </a:defRPr>
            </a:pPr>
            <a:r>
              <a:rPr lang="en-US" sz="900" dirty="0">
                <a:solidFill>
                  <a:srgbClr val="FF0000"/>
                </a:solidFill>
                <a:latin typeface="Times New Roman" panose="02020603050405020304" pitchFamily="18" charset="0"/>
                <a:ea typeface="Arial"/>
                <a:cs typeface="Times New Roman" panose="02020603050405020304" pitchFamily="18" charset="0"/>
              </a:rPr>
              <a:t>S</a:t>
            </a:r>
            <a:r>
              <a:rPr sz="900" dirty="0">
                <a:solidFill>
                  <a:srgbClr val="FF0000"/>
                </a:solidFill>
                <a:latin typeface="Times New Roman" panose="02020603050405020304" pitchFamily="18" charset="0"/>
                <a:ea typeface="Arial"/>
                <a:cs typeface="Times New Roman" panose="02020603050405020304" pitchFamily="18" charset="0"/>
              </a:rPr>
              <a:t>elf-weight </a:t>
            </a:r>
            <a:endParaRPr lang="en-US" sz="900" dirty="0">
              <a:solidFill>
                <a:srgbClr val="FF0000"/>
              </a:solidFill>
              <a:latin typeface="Times New Roman" panose="02020603050405020304" pitchFamily="18" charset="0"/>
              <a:ea typeface="Arial"/>
              <a:cs typeface="Times New Roman" panose="02020603050405020304" pitchFamily="18" charset="0"/>
            </a:endParaRPr>
          </a:p>
          <a:p>
            <a:pPr algn="ctr">
              <a:lnSpc>
                <a:spcPct val="100000"/>
              </a:lnSpc>
              <a:buNone/>
              <a:defRPr sz="1500" b="0" i="0">
                <a:solidFill>
                  <a:srgbClr val="B36A20"/>
                </a:solidFill>
                <a:latin typeface="Arial"/>
                <a:ea typeface="Arial"/>
                <a:cs typeface="Arial"/>
              </a:defRPr>
            </a:pPr>
            <a:r>
              <a:rPr sz="900" dirty="0">
                <a:solidFill>
                  <a:srgbClr val="FF0000"/>
                </a:solidFill>
                <a:latin typeface="Times New Roman" panose="02020603050405020304" pitchFamily="18" charset="0"/>
                <a:ea typeface="Arial"/>
                <a:cs typeface="Times New Roman" panose="02020603050405020304" pitchFamily="18" charset="0"/>
              </a:rPr>
              <a:t>→ Step 2</a:t>
            </a:r>
            <a:r>
              <a:rPr lang="en-US" sz="900" dirty="0">
                <a:solidFill>
                  <a:srgbClr val="FF0000"/>
                </a:solidFill>
                <a:latin typeface="Times New Roman" panose="02020603050405020304" pitchFamily="18" charset="0"/>
                <a:ea typeface="Arial"/>
                <a:cs typeface="Times New Roman" panose="02020603050405020304" pitchFamily="18" charset="0"/>
              </a:rPr>
              <a:t> &amp; 7</a:t>
            </a:r>
            <a:endParaRPr sz="900" dirty="0">
              <a:solidFill>
                <a:srgbClr val="FF0000"/>
              </a:solidFill>
              <a:latin typeface="Times New Roman" panose="02020603050405020304" pitchFamily="18" charset="0"/>
              <a:ea typeface="Arial"/>
              <a:cs typeface="Times New Roman" panose="02020603050405020304" pitchFamily="18" charset="0"/>
            </a:endParaRPr>
          </a:p>
        </p:txBody>
      </p:sp>
      <p:sp>
        <p:nvSpPr>
          <p:cNvPr id="98" name="result-heading">
            <a:extLst>
              <a:ext uri="{FF2B5EF4-FFF2-40B4-BE49-F238E27FC236}">
                <a16:creationId xmlns:a16="http://schemas.microsoft.com/office/drawing/2014/main" id="{2D90B9CF-CB64-4D36-927B-0655BE037EBA}"/>
              </a:ext>
            </a:extLst>
          </p:cNvPr>
          <p:cNvSpPr>
            <a:spLocks noGrp="1"/>
          </p:cNvSpPr>
          <p:nvPr/>
        </p:nvSpPr>
        <p:spPr>
          <a:xfrm>
            <a:off x="7345929" y="4201487"/>
            <a:ext cx="1861717" cy="129939"/>
          </a:xfrm>
          <a:prstGeom prst="rect">
            <a:avLst/>
          </a:prstGeom>
          <a:noFill/>
          <a:ln w="0">
            <a:noFill/>
            <a:prstDash val="solid"/>
          </a:ln>
        </p:spPr>
        <p:txBody>
          <a:bodyPr wrap="square" lIns="14438" tIns="7219" rIns="14438" bIns="7219" anchor="ctr">
            <a:noAutofit/>
          </a:bodyPr>
          <a:lstStyle/>
          <a:p>
            <a:pPr algn="ctr">
              <a:lnSpc>
                <a:spcPct val="100000"/>
              </a:lnSpc>
              <a:buNone/>
              <a:defRPr sz="2025" b="1" i="0">
                <a:solidFill>
                  <a:srgbClr val="202428"/>
                </a:solidFill>
                <a:latin typeface="Arial"/>
                <a:ea typeface="Arial"/>
                <a:cs typeface="Arial"/>
              </a:defRPr>
            </a:pPr>
            <a:r>
              <a:rPr sz="1000" b="1" dirty="0">
                <a:solidFill>
                  <a:srgbClr val="202428"/>
                </a:solidFill>
                <a:latin typeface="Times New Roman" panose="02020603050405020304" pitchFamily="18" charset="0"/>
                <a:ea typeface="Arial"/>
                <a:cs typeface="Times New Roman" panose="02020603050405020304" pitchFamily="18" charset="0"/>
              </a:rPr>
              <a:t>Returned result structure</a:t>
            </a:r>
          </a:p>
        </p:txBody>
      </p:sp>
      <p:sp>
        <p:nvSpPr>
          <p:cNvPr id="101" name="visualization-heading">
            <a:extLst>
              <a:ext uri="{FF2B5EF4-FFF2-40B4-BE49-F238E27FC236}">
                <a16:creationId xmlns:a16="http://schemas.microsoft.com/office/drawing/2014/main" id="{973E5BBE-7D70-4042-865F-696E8A0A0FD2}"/>
              </a:ext>
            </a:extLst>
          </p:cNvPr>
          <p:cNvSpPr>
            <a:spLocks noGrp="1"/>
          </p:cNvSpPr>
          <p:nvPr/>
        </p:nvSpPr>
        <p:spPr>
          <a:xfrm>
            <a:off x="7149794" y="5081852"/>
            <a:ext cx="2235824" cy="129939"/>
          </a:xfrm>
          <a:prstGeom prst="rect">
            <a:avLst/>
          </a:prstGeom>
          <a:noFill/>
          <a:ln w="0">
            <a:noFill/>
            <a:prstDash val="solid"/>
          </a:ln>
        </p:spPr>
        <p:txBody>
          <a:bodyPr wrap="square" lIns="14438" tIns="7219" rIns="14438" bIns="7219" anchor="ctr">
            <a:noAutofit/>
          </a:bodyPr>
          <a:lstStyle/>
          <a:p>
            <a:pPr algn="ctr">
              <a:lnSpc>
                <a:spcPct val="100000"/>
              </a:lnSpc>
              <a:buNone/>
              <a:defRPr sz="1950" b="1" i="0">
                <a:solidFill>
                  <a:srgbClr val="202428"/>
                </a:solidFill>
                <a:latin typeface="Arial"/>
                <a:ea typeface="Arial"/>
                <a:cs typeface="Arial"/>
              </a:defRPr>
            </a:pPr>
            <a:r>
              <a:rPr lang="en-US" sz="1000" b="1" dirty="0">
                <a:solidFill>
                  <a:srgbClr val="202428"/>
                </a:solidFill>
                <a:latin typeface="Times New Roman" panose="02020603050405020304" pitchFamily="18" charset="0"/>
                <a:ea typeface="Arial"/>
                <a:cs typeface="Times New Roman" panose="02020603050405020304" pitchFamily="18" charset="0"/>
              </a:rPr>
              <a:t>V</a:t>
            </a:r>
            <a:r>
              <a:rPr sz="1000" b="1" dirty="0">
                <a:solidFill>
                  <a:srgbClr val="202428"/>
                </a:solidFill>
                <a:latin typeface="Times New Roman" panose="02020603050405020304" pitchFamily="18" charset="0"/>
                <a:ea typeface="Arial"/>
                <a:cs typeface="Times New Roman" panose="02020603050405020304" pitchFamily="18" charset="0"/>
              </a:rPr>
              <a:t>isualization</a:t>
            </a:r>
            <a:r>
              <a:rPr lang="en-US" sz="1000" b="1" dirty="0">
                <a:solidFill>
                  <a:srgbClr val="202428"/>
                </a:solidFill>
                <a:latin typeface="Times New Roman" panose="02020603050405020304" pitchFamily="18" charset="0"/>
                <a:ea typeface="Arial"/>
                <a:cs typeface="Times New Roman" panose="02020603050405020304" pitchFamily="18" charset="0"/>
              </a:rPr>
              <a:t>/Export</a:t>
            </a:r>
            <a:endParaRPr sz="1000" b="1" dirty="0">
              <a:solidFill>
                <a:srgbClr val="202428"/>
              </a:solidFill>
              <a:latin typeface="Times New Roman" panose="02020603050405020304" pitchFamily="18" charset="0"/>
              <a:ea typeface="Arial"/>
              <a:cs typeface="Times New Roman" panose="02020603050405020304" pitchFamily="18" charset="0"/>
            </a:endParaRPr>
          </a:p>
        </p:txBody>
      </p:sp>
      <p:sp>
        <p:nvSpPr>
          <p:cNvPr id="102" name="visualization-body">
            <a:extLst>
              <a:ext uri="{FF2B5EF4-FFF2-40B4-BE49-F238E27FC236}">
                <a16:creationId xmlns:a16="http://schemas.microsoft.com/office/drawing/2014/main" id="{41404EE6-4903-477B-A9FD-E81679DF4393}"/>
              </a:ext>
            </a:extLst>
          </p:cNvPr>
          <p:cNvSpPr>
            <a:spLocks noGrp="1"/>
          </p:cNvSpPr>
          <p:nvPr/>
        </p:nvSpPr>
        <p:spPr>
          <a:xfrm>
            <a:off x="7345933" y="5226563"/>
            <a:ext cx="1861714" cy="104400"/>
          </a:xfrm>
          <a:prstGeom prst="rect">
            <a:avLst/>
          </a:prstGeom>
          <a:noFill/>
          <a:ln w="0">
            <a:noFill/>
            <a:prstDash val="solid"/>
          </a:ln>
        </p:spPr>
        <p:txBody>
          <a:bodyPr wrap="square" lIns="14438" tIns="7219" rIns="14438" bIns="7219" anchor="ctr">
            <a:noAutofit/>
          </a:bodyPr>
          <a:lstStyle/>
          <a:p>
            <a:pPr algn="ctr">
              <a:lnSpc>
                <a:spcPct val="105000"/>
              </a:lnSpc>
              <a:buNone/>
              <a:defRPr sz="1500" b="0" i="0">
                <a:solidFill>
                  <a:srgbClr val="2F363B"/>
                </a:solidFill>
                <a:latin typeface="Arial"/>
                <a:ea typeface="Arial"/>
                <a:cs typeface="Arial"/>
              </a:defRPr>
            </a:pPr>
            <a:r>
              <a:rPr lang="en-US" altLang="ko-KR" sz="1000" dirty="0">
                <a:solidFill>
                  <a:srgbClr val="2F363B"/>
                </a:solidFill>
                <a:latin typeface="Times New Roman" panose="02020603050405020304" pitchFamily="18" charset="0"/>
                <a:ea typeface="Arial"/>
                <a:cs typeface="Times New Roman" panose="02020603050405020304" pitchFamily="18" charset="0"/>
              </a:rPr>
              <a:t>Plots, history, reports, MAT-files</a:t>
            </a:r>
          </a:p>
        </p:txBody>
      </p:sp>
      <p:sp>
        <p:nvSpPr>
          <p:cNvPr id="107" name="legend-runtime-label">
            <a:extLst>
              <a:ext uri="{FF2B5EF4-FFF2-40B4-BE49-F238E27FC236}">
                <a16:creationId xmlns:a16="http://schemas.microsoft.com/office/drawing/2014/main" id="{05E6E67D-639E-4040-88F0-481ABFE29A34}"/>
              </a:ext>
            </a:extLst>
          </p:cNvPr>
          <p:cNvSpPr>
            <a:spLocks noGrp="1"/>
          </p:cNvSpPr>
          <p:nvPr/>
        </p:nvSpPr>
        <p:spPr>
          <a:xfrm>
            <a:off x="7381493" y="5686605"/>
            <a:ext cx="1660331" cy="194899"/>
          </a:xfrm>
          <a:prstGeom prst="rect">
            <a:avLst/>
          </a:prstGeom>
          <a:noFill/>
          <a:ln w="0">
            <a:noFill/>
            <a:prstDash val="solid"/>
          </a:ln>
        </p:spPr>
        <p:txBody>
          <a:bodyPr wrap="square" lIns="14438" tIns="7219" rIns="14438" bIns="7219" anchor="ctr">
            <a:noAutofit/>
          </a:bodyPr>
          <a:lstStyle/>
          <a:p>
            <a:pPr algn="l">
              <a:lnSpc>
                <a:spcPct val="100000"/>
              </a:lnSpc>
              <a:buNone/>
              <a:defRPr sz="1500" b="0" i="0">
                <a:solidFill>
                  <a:srgbClr val="2F363B"/>
                </a:solidFill>
                <a:latin typeface="Arial"/>
                <a:ea typeface="Arial"/>
                <a:cs typeface="Arial"/>
              </a:defRPr>
            </a:pPr>
            <a:r>
              <a:rPr sz="1000" dirty="0">
                <a:solidFill>
                  <a:srgbClr val="2F363B"/>
                </a:solidFill>
                <a:latin typeface="Times New Roman" panose="02020603050405020304" pitchFamily="18" charset="0"/>
                <a:ea typeface="Arial"/>
                <a:cs typeface="Times New Roman" panose="02020603050405020304" pitchFamily="18" charset="0"/>
              </a:rPr>
              <a:t>Runtime call</a:t>
            </a:r>
            <a:r>
              <a:rPr lang="en-US" sz="1000" dirty="0">
                <a:solidFill>
                  <a:srgbClr val="2F363B"/>
                </a:solidFill>
                <a:latin typeface="Times New Roman" panose="02020603050405020304" pitchFamily="18" charset="0"/>
                <a:ea typeface="Arial"/>
                <a:cs typeface="Times New Roman" panose="02020603050405020304" pitchFamily="18" charset="0"/>
              </a:rPr>
              <a:t>/d</a:t>
            </a:r>
            <a:r>
              <a:rPr sz="1000" dirty="0">
                <a:solidFill>
                  <a:srgbClr val="2F363B"/>
                </a:solidFill>
                <a:latin typeface="Times New Roman" panose="02020603050405020304" pitchFamily="18" charset="0"/>
                <a:ea typeface="Arial"/>
                <a:cs typeface="Times New Roman" panose="02020603050405020304" pitchFamily="18" charset="0"/>
              </a:rPr>
              <a:t>ata</a:t>
            </a:r>
            <a:r>
              <a:rPr lang="en-US" sz="1000" dirty="0">
                <a:solidFill>
                  <a:srgbClr val="2F363B"/>
                </a:solidFill>
                <a:latin typeface="Times New Roman" panose="02020603050405020304" pitchFamily="18" charset="0"/>
                <a:ea typeface="Arial"/>
                <a:cs typeface="Times New Roman" panose="02020603050405020304" pitchFamily="18" charset="0"/>
              </a:rPr>
              <a:t> return</a:t>
            </a:r>
            <a:endParaRPr sz="1000" dirty="0">
              <a:solidFill>
                <a:srgbClr val="2F363B"/>
              </a:solidFill>
              <a:latin typeface="Times New Roman" panose="02020603050405020304" pitchFamily="18" charset="0"/>
              <a:ea typeface="Arial"/>
              <a:cs typeface="Times New Roman" panose="02020603050405020304" pitchFamily="18" charset="0"/>
            </a:endParaRPr>
          </a:p>
        </p:txBody>
      </p:sp>
      <p:sp>
        <p:nvSpPr>
          <p:cNvPr id="114" name="result-code-1">
            <a:extLst>
              <a:ext uri="{FF2B5EF4-FFF2-40B4-BE49-F238E27FC236}">
                <a16:creationId xmlns:a16="http://schemas.microsoft.com/office/drawing/2014/main" id="{A8AE91AD-0532-42D7-92D5-AF10C06D3AE1}"/>
              </a:ext>
            </a:extLst>
          </p:cNvPr>
          <p:cNvSpPr>
            <a:spLocks noGrp="1"/>
          </p:cNvSpPr>
          <p:nvPr/>
        </p:nvSpPr>
        <p:spPr>
          <a:xfrm>
            <a:off x="7150281" y="4331426"/>
            <a:ext cx="2235824" cy="368157"/>
          </a:xfrm>
          <a:prstGeom prst="rect">
            <a:avLst/>
          </a:prstGeom>
          <a:noFill/>
          <a:ln w="0">
            <a:noFill/>
            <a:prstDash val="solid"/>
          </a:ln>
        </p:spPr>
        <p:txBody>
          <a:bodyPr wrap="square" lIns="14438" tIns="7219" rIns="14438" bIns="7219" anchor="ctr">
            <a:noAutofit/>
          </a:bodyPr>
          <a:lstStyle/>
          <a:p>
            <a:pPr algn="ctr">
              <a:lnSpc>
                <a:spcPct val="100000"/>
              </a:lnSpc>
              <a:buNone/>
              <a:defRPr sz="1425" b="0" i="0">
                <a:solidFill>
                  <a:srgbClr val="2F363B"/>
                </a:solidFill>
                <a:latin typeface="Consolas"/>
                <a:ea typeface="Consolas"/>
                <a:cs typeface="Consolas"/>
              </a:defRPr>
            </a:pPr>
            <a:r>
              <a:rPr lang="en-US" sz="1000" dirty="0">
                <a:solidFill>
                  <a:srgbClr val="2F363B"/>
                </a:solidFill>
                <a:latin typeface="Times New Roman" panose="02020603050405020304" pitchFamily="18" charset="0"/>
                <a:ea typeface="Consolas"/>
                <a:cs typeface="Times New Roman" panose="02020603050405020304" pitchFamily="18" charset="0"/>
              </a:rPr>
              <a:t>Design variable, response, </a:t>
            </a:r>
          </a:p>
          <a:p>
            <a:pPr algn="ctr">
              <a:lnSpc>
                <a:spcPct val="100000"/>
              </a:lnSpc>
              <a:buNone/>
              <a:defRPr sz="1425" b="0" i="0">
                <a:solidFill>
                  <a:srgbClr val="2F363B"/>
                </a:solidFill>
                <a:latin typeface="Consolas"/>
                <a:ea typeface="Consolas"/>
                <a:cs typeface="Consolas"/>
              </a:defRPr>
            </a:pPr>
            <a:r>
              <a:rPr lang="en-US" sz="1000" dirty="0">
                <a:solidFill>
                  <a:srgbClr val="2F363B"/>
                </a:solidFill>
                <a:latin typeface="Times New Roman" panose="02020603050405020304" pitchFamily="18" charset="0"/>
                <a:ea typeface="Consolas"/>
                <a:cs typeface="Times New Roman" panose="02020603050405020304" pitchFamily="18" charset="0"/>
              </a:rPr>
              <a:t>history, settings</a:t>
            </a:r>
            <a:endParaRPr sz="1000" dirty="0">
              <a:solidFill>
                <a:srgbClr val="2F363B"/>
              </a:solidFill>
              <a:latin typeface="Times New Roman" panose="02020603050405020304" pitchFamily="18" charset="0"/>
              <a:ea typeface="Consolas"/>
              <a:cs typeface="Times New Roman" panose="02020603050405020304" pitchFamily="18" charset="0"/>
            </a:endParaRPr>
          </a:p>
        </p:txBody>
      </p:sp>
      <p:cxnSp>
        <p:nvCxnSpPr>
          <p:cNvPr id="133" name="연결선: 꺾임 132">
            <a:extLst>
              <a:ext uri="{FF2B5EF4-FFF2-40B4-BE49-F238E27FC236}">
                <a16:creationId xmlns:a16="http://schemas.microsoft.com/office/drawing/2014/main" id="{64E3AD78-A7F2-42F0-8E18-45064FD39C51}"/>
              </a:ext>
            </a:extLst>
          </p:cNvPr>
          <p:cNvCxnSpPr>
            <a:cxnSpLocks/>
            <a:stCxn id="17" idx="2"/>
            <a:endCxn id="18" idx="0"/>
          </p:cNvCxnSpPr>
          <p:nvPr/>
        </p:nvCxnSpPr>
        <p:spPr>
          <a:xfrm rot="16200000" flipH="1">
            <a:off x="8260088" y="1482569"/>
            <a:ext cx="660240" cy="642019"/>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연결선: 꺾임 134">
            <a:extLst>
              <a:ext uri="{FF2B5EF4-FFF2-40B4-BE49-F238E27FC236}">
                <a16:creationId xmlns:a16="http://schemas.microsoft.com/office/drawing/2014/main" id="{A5DFAC87-9BE2-4F59-B025-FCEB5FFEA81D}"/>
              </a:ext>
            </a:extLst>
          </p:cNvPr>
          <p:cNvCxnSpPr>
            <a:cxnSpLocks/>
            <a:stCxn id="17" idx="2"/>
            <a:endCxn id="19" idx="0"/>
          </p:cNvCxnSpPr>
          <p:nvPr/>
        </p:nvCxnSpPr>
        <p:spPr>
          <a:xfrm rot="5400000">
            <a:off x="7681442" y="1546874"/>
            <a:ext cx="661173" cy="514342"/>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5" name="직선 화살표 연결선 164">
            <a:extLst>
              <a:ext uri="{FF2B5EF4-FFF2-40B4-BE49-F238E27FC236}">
                <a16:creationId xmlns:a16="http://schemas.microsoft.com/office/drawing/2014/main" id="{81DF1D37-CC86-4046-ABF7-E6901833E668}"/>
              </a:ext>
            </a:extLst>
          </p:cNvPr>
          <p:cNvCxnSpPr>
            <a:cxnSpLocks/>
            <a:endCxn id="22" idx="0"/>
          </p:cNvCxnSpPr>
          <p:nvPr/>
        </p:nvCxnSpPr>
        <p:spPr>
          <a:xfrm flipH="1">
            <a:off x="8267706" y="4723866"/>
            <a:ext cx="1492" cy="314672"/>
          </a:xfrm>
          <a:prstGeom prst="straightConnector1">
            <a:avLst/>
          </a:prstGeom>
          <a:ln w="9525">
            <a:solidFill>
              <a:srgbClr val="3F454A"/>
            </a:solidFill>
            <a:prstDash val="solid"/>
            <a:headEnd w="med" len="med"/>
            <a:tailEnd type="triangle" w="med" len="med"/>
          </a:ln>
        </p:spPr>
      </p:cxnSp>
      <p:cxnSp>
        <p:nvCxnSpPr>
          <p:cNvPr id="168" name="직선 화살표 연결선 167">
            <a:extLst>
              <a:ext uri="{FF2B5EF4-FFF2-40B4-BE49-F238E27FC236}">
                <a16:creationId xmlns:a16="http://schemas.microsoft.com/office/drawing/2014/main" id="{B0ABA8FF-A13C-4EC2-A528-D76F89897428}"/>
              </a:ext>
            </a:extLst>
          </p:cNvPr>
          <p:cNvCxnSpPr>
            <a:cxnSpLocks/>
          </p:cNvCxnSpPr>
          <p:nvPr/>
        </p:nvCxnSpPr>
        <p:spPr>
          <a:xfrm>
            <a:off x="7099389" y="5996296"/>
            <a:ext cx="252000" cy="0"/>
          </a:xfrm>
          <a:prstGeom prst="straightConnector1">
            <a:avLst/>
          </a:prstGeom>
          <a:ln w="9525">
            <a:solidFill>
              <a:srgbClr val="FF0000"/>
            </a:solidFill>
            <a:prstDash val="dash"/>
            <a:headEnd w="med" len="med"/>
            <a:tailEnd type="triangle" w="med" len="med"/>
          </a:ln>
        </p:spPr>
      </p:cxnSp>
      <p:sp>
        <p:nvSpPr>
          <p:cNvPr id="169" name="legend-runtime-label">
            <a:extLst>
              <a:ext uri="{FF2B5EF4-FFF2-40B4-BE49-F238E27FC236}">
                <a16:creationId xmlns:a16="http://schemas.microsoft.com/office/drawing/2014/main" id="{1FE6007F-1E3A-49AD-A1E9-9F6BB83DFB76}"/>
              </a:ext>
            </a:extLst>
          </p:cNvPr>
          <p:cNvSpPr>
            <a:spLocks noGrp="1"/>
          </p:cNvSpPr>
          <p:nvPr/>
        </p:nvSpPr>
        <p:spPr>
          <a:xfrm>
            <a:off x="7381493" y="5897877"/>
            <a:ext cx="1660331" cy="194899"/>
          </a:xfrm>
          <a:prstGeom prst="rect">
            <a:avLst/>
          </a:prstGeom>
          <a:noFill/>
          <a:ln w="0">
            <a:noFill/>
            <a:prstDash val="solid"/>
          </a:ln>
        </p:spPr>
        <p:txBody>
          <a:bodyPr wrap="square" lIns="14438" tIns="7219" rIns="14438" bIns="7219" anchor="ctr">
            <a:noAutofit/>
          </a:bodyPr>
          <a:lstStyle/>
          <a:p>
            <a:pPr algn="l">
              <a:lnSpc>
                <a:spcPct val="100000"/>
              </a:lnSpc>
              <a:buNone/>
              <a:defRPr sz="1500" b="0" i="0">
                <a:solidFill>
                  <a:srgbClr val="2F363B"/>
                </a:solidFill>
                <a:latin typeface="Arial"/>
                <a:ea typeface="Arial"/>
                <a:cs typeface="Arial"/>
              </a:defRPr>
            </a:pPr>
            <a:r>
              <a:rPr lang="en-US" altLang="ko-KR" sz="1000" dirty="0">
                <a:solidFill>
                  <a:srgbClr val="2F363B"/>
                </a:solidFill>
                <a:latin typeface="Times New Roman" panose="02020603050405020304" pitchFamily="18" charset="0"/>
                <a:ea typeface="Arial"/>
                <a:cs typeface="Times New Roman" panose="02020603050405020304" pitchFamily="18" charset="0"/>
              </a:rPr>
              <a:t>Extended-solver interaction</a:t>
            </a:r>
          </a:p>
        </p:txBody>
      </p:sp>
      <p:sp>
        <p:nvSpPr>
          <p:cNvPr id="213" name="extended-heading">
            <a:extLst>
              <a:ext uri="{FF2B5EF4-FFF2-40B4-BE49-F238E27FC236}">
                <a16:creationId xmlns:a16="http://schemas.microsoft.com/office/drawing/2014/main" id="{8450DC3C-ED4D-4FAA-A570-C2F8D6FBDDF2}"/>
              </a:ext>
            </a:extLst>
          </p:cNvPr>
          <p:cNvSpPr>
            <a:spLocks noGrp="1"/>
          </p:cNvSpPr>
          <p:nvPr/>
        </p:nvSpPr>
        <p:spPr>
          <a:xfrm>
            <a:off x="7149795" y="2529946"/>
            <a:ext cx="1209154" cy="676058"/>
          </a:xfrm>
          <a:prstGeom prst="rect">
            <a:avLst/>
          </a:prstGeom>
          <a:noFill/>
          <a:ln w="0">
            <a:noFill/>
            <a:prstDash val="solid"/>
          </a:ln>
        </p:spPr>
        <p:txBody>
          <a:bodyPr wrap="square" lIns="14438" tIns="7219" rIns="14438" bIns="7219" anchor="ctr">
            <a:noAutofit/>
          </a:bodyPr>
          <a:lstStyle/>
          <a:p>
            <a:pPr algn="ctr">
              <a:lnSpc>
                <a:spcPct val="100000"/>
              </a:lnSpc>
              <a:buNone/>
              <a:defRPr sz="1425" b="0" i="0">
                <a:solidFill>
                  <a:srgbClr val="2F363B"/>
                </a:solidFill>
                <a:latin typeface="Consolas"/>
                <a:ea typeface="Consolas"/>
                <a:cs typeface="Consolas"/>
              </a:defRPr>
            </a:pPr>
            <a:r>
              <a:rPr lang="en-US" altLang="ko-KR" sz="1000" dirty="0">
                <a:solidFill>
                  <a:srgbClr val="2F363B"/>
                </a:solidFill>
                <a:latin typeface="Times New Roman" panose="02020603050405020304" pitchFamily="18" charset="0"/>
                <a:ea typeface="Consolas"/>
                <a:cs typeface="Times New Roman" panose="02020603050405020304" pitchFamily="18" charset="0"/>
              </a:rPr>
              <a:t>Options:</a:t>
            </a:r>
          </a:p>
          <a:p>
            <a:pPr algn="ctr">
              <a:defRPr sz="1425" b="0" i="0">
                <a:solidFill>
                  <a:srgbClr val="2F363B"/>
                </a:solidFill>
                <a:latin typeface="Consolas"/>
                <a:ea typeface="Consolas"/>
                <a:cs typeface="Consolas"/>
              </a:defRPr>
            </a:pPr>
            <a:r>
              <a:rPr lang="en-US" altLang="ko-KR" sz="1000" dirty="0" err="1">
                <a:solidFill>
                  <a:srgbClr val="2F363B"/>
                </a:solidFill>
                <a:latin typeface="Times New Roman" panose="02020603050405020304" pitchFamily="18" charset="0"/>
                <a:ea typeface="Arial"/>
                <a:cs typeface="Times New Roman" panose="02020603050405020304" pitchFamily="18" charset="0"/>
              </a:rPr>
              <a:t>fixed_solid_mask</a:t>
            </a:r>
            <a:endParaRPr lang="en-US" altLang="ko-KR" sz="1000" dirty="0">
              <a:solidFill>
                <a:srgbClr val="2F363B"/>
              </a:solidFill>
              <a:latin typeface="Times New Roman" panose="02020603050405020304" pitchFamily="18" charset="0"/>
              <a:ea typeface="Arial"/>
              <a:cs typeface="Times New Roman" panose="02020603050405020304" pitchFamily="18" charset="0"/>
            </a:endParaRPr>
          </a:p>
          <a:p>
            <a:pPr algn="ctr">
              <a:defRPr sz="1425" b="0" i="0">
                <a:solidFill>
                  <a:srgbClr val="2F363B"/>
                </a:solidFill>
                <a:latin typeface="Consolas"/>
                <a:ea typeface="Consolas"/>
                <a:cs typeface="Consolas"/>
              </a:defRPr>
            </a:pPr>
            <a:r>
              <a:rPr lang="en-US" altLang="ko-KR" sz="1000" dirty="0" err="1">
                <a:solidFill>
                  <a:srgbClr val="2F363B"/>
                </a:solidFill>
                <a:latin typeface="Times New Roman" panose="02020603050405020304" pitchFamily="18" charset="0"/>
                <a:ea typeface="Arial"/>
                <a:cs typeface="Times New Roman" panose="02020603050405020304" pitchFamily="18" charset="0"/>
              </a:rPr>
              <a:t>non_design_mask</a:t>
            </a:r>
            <a:endParaRPr lang="en-US" altLang="ko-KR" sz="1000" dirty="0">
              <a:solidFill>
                <a:srgbClr val="2F363B"/>
              </a:solidFill>
              <a:latin typeface="Times New Roman" panose="02020603050405020304" pitchFamily="18" charset="0"/>
              <a:ea typeface="Arial"/>
              <a:cs typeface="Times New Roman" panose="02020603050405020304" pitchFamily="18" charset="0"/>
            </a:endParaRPr>
          </a:p>
          <a:p>
            <a:pPr algn="ctr">
              <a:defRPr sz="1425" b="0" i="0">
                <a:solidFill>
                  <a:srgbClr val="2F363B"/>
                </a:solidFill>
                <a:latin typeface="Consolas"/>
                <a:ea typeface="Consolas"/>
                <a:cs typeface="Consolas"/>
              </a:defRPr>
            </a:pPr>
            <a:r>
              <a:rPr lang="en-US" altLang="ko-KR" sz="1000" dirty="0" err="1">
                <a:solidFill>
                  <a:srgbClr val="2F363B"/>
                </a:solidFill>
                <a:latin typeface="Times New Roman" panose="02020603050405020304" pitchFamily="18" charset="0"/>
                <a:ea typeface="Arial"/>
                <a:cs typeface="Times New Roman" panose="02020603050405020304" pitchFamily="18" charset="0"/>
              </a:rPr>
              <a:t>include_self_weight</a:t>
            </a:r>
            <a:endParaRPr lang="en-US" altLang="ko-KR" sz="1000" dirty="0">
              <a:solidFill>
                <a:srgbClr val="2F363B"/>
              </a:solidFill>
              <a:latin typeface="Times New Roman" panose="02020603050405020304" pitchFamily="18" charset="0"/>
              <a:ea typeface="Consolas"/>
              <a:cs typeface="Times New Roman" panose="02020603050405020304" pitchFamily="18" charset="0"/>
            </a:endParaRPr>
          </a:p>
        </p:txBody>
      </p:sp>
      <p:cxnSp>
        <p:nvCxnSpPr>
          <p:cNvPr id="222" name="연결선: 꺾임 221">
            <a:extLst>
              <a:ext uri="{FF2B5EF4-FFF2-40B4-BE49-F238E27FC236}">
                <a16:creationId xmlns:a16="http://schemas.microsoft.com/office/drawing/2014/main" id="{B6640EBA-CD6F-4D51-A67C-57FA718997FE}"/>
              </a:ext>
            </a:extLst>
          </p:cNvPr>
          <p:cNvCxnSpPr>
            <a:cxnSpLocks/>
            <a:stCxn id="19" idx="2"/>
            <a:endCxn id="21" idx="0"/>
          </p:cNvCxnSpPr>
          <p:nvPr/>
        </p:nvCxnSpPr>
        <p:spPr>
          <a:xfrm rot="16200000" flipH="1">
            <a:off x="7564656" y="3454635"/>
            <a:ext cx="893737" cy="513335"/>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8" name="연결선: 꺾임 227">
            <a:extLst>
              <a:ext uri="{FF2B5EF4-FFF2-40B4-BE49-F238E27FC236}">
                <a16:creationId xmlns:a16="http://schemas.microsoft.com/office/drawing/2014/main" id="{20B6E48C-77C2-4C26-8C07-5F79EB54C75C}"/>
              </a:ext>
            </a:extLst>
          </p:cNvPr>
          <p:cNvCxnSpPr>
            <a:stCxn id="18" idx="2"/>
            <a:endCxn id="21" idx="0"/>
          </p:cNvCxnSpPr>
          <p:nvPr/>
        </p:nvCxnSpPr>
        <p:spPr>
          <a:xfrm rot="5400000">
            <a:off x="7855394" y="3102347"/>
            <a:ext cx="1468623" cy="643026"/>
          </a:xfrm>
          <a:prstGeom prst="bentConnector3">
            <a:avLst>
              <a:gd name="adj1" fmla="val 69456"/>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algorithm-material-reassignment">
            <a:extLst>
              <a:ext uri="{FF2B5EF4-FFF2-40B4-BE49-F238E27FC236}">
                <a16:creationId xmlns:a16="http://schemas.microsoft.com/office/drawing/2014/main" id="{4C9466D4-E4FA-8C3B-EE4D-142433C265AA}"/>
              </a:ext>
            </a:extLst>
          </p:cNvPr>
          <p:cNvSpPr>
            <a:spLocks noGrp="1"/>
          </p:cNvSpPr>
          <p:nvPr/>
        </p:nvSpPr>
        <p:spPr>
          <a:xfrm>
            <a:off x="2740250" y="4434515"/>
            <a:ext cx="3753791" cy="474009"/>
          </a:xfrm>
          <a:prstGeom prst="rect">
            <a:avLst/>
          </a:prstGeom>
          <a:noFill/>
          <a:ln w="9525">
            <a:solidFill>
              <a:schemeClr val="tx1"/>
            </a:solidFill>
            <a:prstDash val="solid"/>
          </a:ln>
        </p:spPr>
      </p:sp>
      <p:sp>
        <p:nvSpPr>
          <p:cNvPr id="23" name="reassignment-heading">
            <a:extLst>
              <a:ext uri="{FF2B5EF4-FFF2-40B4-BE49-F238E27FC236}">
                <a16:creationId xmlns:a16="http://schemas.microsoft.com/office/drawing/2014/main" id="{BD588C66-5170-396D-3622-F1C10E847C26}"/>
              </a:ext>
            </a:extLst>
          </p:cNvPr>
          <p:cNvSpPr>
            <a:spLocks noGrp="1"/>
          </p:cNvSpPr>
          <p:nvPr/>
        </p:nvSpPr>
        <p:spPr>
          <a:xfrm>
            <a:off x="2830483" y="4463765"/>
            <a:ext cx="3573320" cy="129939"/>
          </a:xfrm>
          <a:prstGeom prst="rect">
            <a:avLst/>
          </a:prstGeom>
          <a:noFill/>
          <a:ln w="0">
            <a:noFill/>
            <a:prstDash val="solid"/>
          </a:ln>
        </p:spPr>
        <p:txBody>
          <a:bodyPr wrap="square" lIns="14438" tIns="7219" rIns="14438" bIns="7219" anchor="ctr">
            <a:noAutofit/>
          </a:bodyPr>
          <a:lstStyle/>
          <a:p>
            <a:pPr algn="ctr">
              <a:lnSpc>
                <a:spcPct val="100000"/>
              </a:lnSpc>
              <a:buNone/>
              <a:defRPr sz="2025" b="1" i="0">
                <a:solidFill>
                  <a:srgbClr val="202428"/>
                </a:solidFill>
                <a:latin typeface="Arial"/>
                <a:ea typeface="Arial"/>
                <a:cs typeface="Arial"/>
              </a:defRPr>
            </a:pPr>
            <a:r>
              <a:rPr lang="en-US" sz="1000" b="1" dirty="0">
                <a:solidFill>
                  <a:srgbClr val="202428"/>
                </a:solidFill>
                <a:latin typeface="Times New Roman" panose="02020603050405020304" pitchFamily="18" charset="0"/>
                <a:ea typeface="Arial"/>
                <a:cs typeface="Times New Roman" panose="02020603050405020304" pitchFamily="18" charset="0"/>
              </a:rPr>
              <a:t>7. FE analysis of the updated design</a:t>
            </a:r>
            <a:endParaRPr sz="1000" b="1" dirty="0">
              <a:solidFill>
                <a:srgbClr val="202428"/>
              </a:solidFill>
              <a:latin typeface="Times New Roman" panose="02020603050405020304" pitchFamily="18" charset="0"/>
              <a:ea typeface="Arial"/>
              <a:cs typeface="Times New Roman" panose="02020603050405020304" pitchFamily="18" charset="0"/>
            </a:endParaRPr>
          </a:p>
        </p:txBody>
      </p:sp>
      <p:sp>
        <p:nvSpPr>
          <p:cNvPr id="24" name="reassignment-body">
            <a:extLst>
              <a:ext uri="{FF2B5EF4-FFF2-40B4-BE49-F238E27FC236}">
                <a16:creationId xmlns:a16="http://schemas.microsoft.com/office/drawing/2014/main" id="{F44D1BCE-7C3B-09B2-84C4-214F8C052878}"/>
              </a:ext>
            </a:extLst>
          </p:cNvPr>
          <p:cNvSpPr>
            <a:spLocks noGrp="1"/>
          </p:cNvSpPr>
          <p:nvPr/>
        </p:nvSpPr>
        <p:spPr>
          <a:xfrm>
            <a:off x="2830483" y="4672712"/>
            <a:ext cx="3573320" cy="119111"/>
          </a:xfrm>
          <a:prstGeom prst="rect">
            <a:avLst/>
          </a:prstGeom>
          <a:noFill/>
          <a:ln w="0">
            <a:noFill/>
            <a:prstDash val="solid"/>
          </a:ln>
        </p:spPr>
        <p:txBody>
          <a:bodyPr wrap="square" lIns="14438" tIns="7219" rIns="14438" bIns="7219" anchor="ctr">
            <a:noAutofit/>
          </a:bodyPr>
          <a:lstStyle/>
          <a:p>
            <a:pPr algn="ctr">
              <a:lnSpc>
                <a:spcPct val="100000"/>
              </a:lnSpc>
              <a:buNone/>
              <a:defRPr sz="1725" b="0" i="0">
                <a:solidFill>
                  <a:srgbClr val="2F363B"/>
                </a:solidFill>
                <a:latin typeface="Arial"/>
                <a:ea typeface="Arial"/>
                <a:cs typeface="Arial"/>
              </a:defRPr>
            </a:pPr>
            <a:r>
              <a:rPr lang="en-US" sz="1000" dirty="0">
                <a:latin typeface="Times New Roman" panose="02020603050405020304" pitchFamily="18" charset="0"/>
                <a:ea typeface="Arial"/>
                <a:cs typeface="Times New Roman" panose="02020603050405020304" pitchFamily="18" charset="0"/>
              </a:rPr>
              <a:t>Update stiffness and loads; compute the updated response</a:t>
            </a:r>
          </a:p>
          <a:p>
            <a:pPr algn="ctr">
              <a:lnSpc>
                <a:spcPct val="100000"/>
              </a:lnSpc>
              <a:buNone/>
              <a:defRPr sz="1725" b="0" i="0">
                <a:solidFill>
                  <a:srgbClr val="2F363B"/>
                </a:solidFill>
                <a:latin typeface="Arial"/>
                <a:ea typeface="Arial"/>
                <a:cs typeface="Arial"/>
              </a:defRPr>
            </a:pPr>
            <a:r>
              <a:rPr lang="en-US" sz="1000" dirty="0" err="1">
                <a:latin typeface="Times New Roman" panose="02020603050405020304" pitchFamily="18" charset="0"/>
                <a:ea typeface="Arial"/>
                <a:cs typeface="Times New Roman" panose="02020603050405020304" pitchFamily="18" charset="0"/>
              </a:rPr>
              <a:t>FE_vectorized</a:t>
            </a:r>
            <a:r>
              <a:rPr lang="en-US" sz="1000" dirty="0">
                <a:latin typeface="Times New Roman" panose="02020603050405020304" pitchFamily="18" charset="0"/>
                <a:ea typeface="Arial"/>
                <a:cs typeface="Times New Roman" panose="02020603050405020304" pitchFamily="18" charset="0"/>
              </a:rPr>
              <a:t>(), </a:t>
            </a:r>
            <a:r>
              <a:rPr lang="en-US" sz="1000" dirty="0" err="1">
                <a:latin typeface="Times New Roman" panose="02020603050405020304" pitchFamily="18" charset="0"/>
                <a:ea typeface="Arial"/>
                <a:cs typeface="Times New Roman" panose="02020603050405020304" pitchFamily="18" charset="0"/>
              </a:rPr>
              <a:t>element_compliance</a:t>
            </a:r>
            <a:r>
              <a:rPr lang="en-US" sz="1000" dirty="0">
                <a:latin typeface="Times New Roman" panose="02020603050405020304" pitchFamily="18" charset="0"/>
                <a:ea typeface="Arial"/>
                <a:cs typeface="Times New Roman" panose="02020603050405020304" pitchFamily="18" charset="0"/>
              </a:rPr>
              <a:t>()</a:t>
            </a:r>
            <a:endParaRPr sz="1000" dirty="0">
              <a:latin typeface="Times New Roman" panose="02020603050405020304" pitchFamily="18" charset="0"/>
              <a:ea typeface="Arial"/>
              <a:cs typeface="Times New Roman" panose="02020603050405020304" pitchFamily="18" charset="0"/>
            </a:endParaRPr>
          </a:p>
        </p:txBody>
      </p:sp>
      <p:cxnSp>
        <p:nvCxnSpPr>
          <p:cNvPr id="32" name="직선 화살표 연결선 31">
            <a:extLst>
              <a:ext uri="{FF2B5EF4-FFF2-40B4-BE49-F238E27FC236}">
                <a16:creationId xmlns:a16="http://schemas.microsoft.com/office/drawing/2014/main" id="{3800A907-4812-E6A0-7EDF-1B8B0E48FEA3}"/>
              </a:ext>
            </a:extLst>
          </p:cNvPr>
          <p:cNvCxnSpPr/>
          <p:nvPr/>
        </p:nvCxnSpPr>
        <p:spPr>
          <a:xfrm>
            <a:off x="4617143" y="4300301"/>
            <a:ext cx="0" cy="133548"/>
          </a:xfrm>
          <a:prstGeom prst="straightConnector1">
            <a:avLst/>
          </a:prstGeom>
          <a:ln w="9525">
            <a:solidFill>
              <a:srgbClr val="3F454A"/>
            </a:solidFill>
            <a:prstDash val="solid"/>
            <a:headEnd w="med" len="med"/>
            <a:tailEnd type="triangle" w="med" len="med"/>
          </a:ln>
        </p:spPr>
      </p:cxnSp>
      <p:cxnSp>
        <p:nvCxnSpPr>
          <p:cNvPr id="93" name="직선 화살표 연결선 92">
            <a:extLst>
              <a:ext uri="{FF2B5EF4-FFF2-40B4-BE49-F238E27FC236}">
                <a16:creationId xmlns:a16="http://schemas.microsoft.com/office/drawing/2014/main" id="{03EE8407-E911-4332-905A-2ACAC23BC398}"/>
              </a:ext>
            </a:extLst>
          </p:cNvPr>
          <p:cNvCxnSpPr>
            <a:cxnSpLocks/>
            <a:stCxn id="96" idx="1"/>
            <a:endCxn id="8" idx="3"/>
          </p:cNvCxnSpPr>
          <p:nvPr/>
        </p:nvCxnSpPr>
        <p:spPr>
          <a:xfrm flipH="1">
            <a:off x="6494041" y="1844027"/>
            <a:ext cx="183959" cy="131"/>
          </a:xfrm>
          <a:prstGeom prst="straightConnector1">
            <a:avLst/>
          </a:prstGeom>
          <a:ln w="952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0" name="직선 화살표 연결선 109">
            <a:extLst>
              <a:ext uri="{FF2B5EF4-FFF2-40B4-BE49-F238E27FC236}">
                <a16:creationId xmlns:a16="http://schemas.microsoft.com/office/drawing/2014/main" id="{11B6D342-9A0C-47E8-8CC5-30ED8C12BAB8}"/>
              </a:ext>
            </a:extLst>
          </p:cNvPr>
          <p:cNvCxnSpPr>
            <a:cxnSpLocks/>
            <a:stCxn id="95" idx="0"/>
            <a:endCxn id="96" idx="2"/>
          </p:cNvCxnSpPr>
          <p:nvPr/>
        </p:nvCxnSpPr>
        <p:spPr>
          <a:xfrm flipV="1">
            <a:off x="7038000" y="2024027"/>
            <a:ext cx="0" cy="1372366"/>
          </a:xfrm>
          <a:prstGeom prst="straightConnector1">
            <a:avLst/>
          </a:prstGeom>
          <a:ln w="9525">
            <a:solidFill>
              <a:srgbClr val="FF0000"/>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115" name="직선 화살표 연결선 114">
            <a:extLst>
              <a:ext uri="{FF2B5EF4-FFF2-40B4-BE49-F238E27FC236}">
                <a16:creationId xmlns:a16="http://schemas.microsoft.com/office/drawing/2014/main" id="{31E8F152-1796-4710-B584-3B3E63721952}"/>
              </a:ext>
            </a:extLst>
          </p:cNvPr>
          <p:cNvCxnSpPr>
            <a:cxnSpLocks/>
            <a:stCxn id="95" idx="1"/>
            <a:endCxn id="11" idx="3"/>
          </p:cNvCxnSpPr>
          <p:nvPr/>
        </p:nvCxnSpPr>
        <p:spPr>
          <a:xfrm flipH="1">
            <a:off x="6494041" y="3576393"/>
            <a:ext cx="183959" cy="282"/>
          </a:xfrm>
          <a:prstGeom prst="straightConnector1">
            <a:avLst/>
          </a:prstGeom>
          <a:ln w="952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9" name="직선 화살표 연결선 118">
            <a:extLst>
              <a:ext uri="{FF2B5EF4-FFF2-40B4-BE49-F238E27FC236}">
                <a16:creationId xmlns:a16="http://schemas.microsoft.com/office/drawing/2014/main" id="{42290FF9-F53B-4F42-B7C5-EB6100B45C58}"/>
              </a:ext>
            </a:extLst>
          </p:cNvPr>
          <p:cNvCxnSpPr>
            <a:cxnSpLocks/>
            <a:endCxn id="19" idx="1"/>
          </p:cNvCxnSpPr>
          <p:nvPr/>
        </p:nvCxnSpPr>
        <p:spPr>
          <a:xfrm>
            <a:off x="7038000" y="2699534"/>
            <a:ext cx="112280" cy="0"/>
          </a:xfrm>
          <a:prstGeom prst="straightConnector1">
            <a:avLst/>
          </a:prstGeom>
          <a:ln w="9525">
            <a:solidFill>
              <a:srgbClr val="FF0000"/>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123" name="직사각형 122">
            <a:extLst>
              <a:ext uri="{FF2B5EF4-FFF2-40B4-BE49-F238E27FC236}">
                <a16:creationId xmlns:a16="http://schemas.microsoft.com/office/drawing/2014/main" id="{D833A0F6-AFF7-438D-97F0-D80140B57C20}"/>
              </a:ext>
            </a:extLst>
          </p:cNvPr>
          <p:cNvSpPr/>
          <p:nvPr/>
        </p:nvSpPr>
        <p:spPr>
          <a:xfrm>
            <a:off x="274739" y="179911"/>
            <a:ext cx="1760220" cy="335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dirty="0">
                <a:solidFill>
                  <a:srgbClr val="FF0000"/>
                </a:solidFill>
                <a:latin typeface="Times New Roman" panose="02020603050405020304" pitchFamily="18" charset="0"/>
                <a:cs typeface="Times New Roman" panose="02020603050405020304" pitchFamily="18" charset="0"/>
              </a:rPr>
              <a:t>Fig. 1</a:t>
            </a:r>
            <a:endParaRPr lang="ko-KR" altLang="en-US"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81840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그룹 15">
            <a:extLst>
              <a:ext uri="{FF2B5EF4-FFF2-40B4-BE49-F238E27FC236}">
                <a16:creationId xmlns:a16="http://schemas.microsoft.com/office/drawing/2014/main" id="{372B89C0-C527-4886-B7CD-45A71BD70610}"/>
              </a:ext>
            </a:extLst>
          </p:cNvPr>
          <p:cNvGrpSpPr/>
          <p:nvPr/>
        </p:nvGrpSpPr>
        <p:grpSpPr>
          <a:xfrm>
            <a:off x="1622223" y="1361210"/>
            <a:ext cx="7621376" cy="3652984"/>
            <a:chOff x="1622223" y="1361210"/>
            <a:chExt cx="7621376" cy="3652984"/>
          </a:xfrm>
        </p:grpSpPr>
        <p:pic>
          <p:nvPicPr>
            <p:cNvPr id="3" name="그림 2">
              <a:extLst>
                <a:ext uri="{FF2B5EF4-FFF2-40B4-BE49-F238E27FC236}">
                  <a16:creationId xmlns:a16="http://schemas.microsoft.com/office/drawing/2014/main" id="{6B9B3486-AF77-EA11-3D31-9B4CED56840C}"/>
                </a:ext>
              </a:extLst>
            </p:cNvPr>
            <p:cNvPicPr>
              <a:picLocks noChangeAspect="1"/>
            </p:cNvPicPr>
            <p:nvPr/>
          </p:nvPicPr>
          <p:blipFill rotWithShape="1">
            <a:blip r:embed="rId2"/>
            <a:srcRect l="11158" t="10697" r="4850" b="25853"/>
            <a:stretch/>
          </p:blipFill>
          <p:spPr>
            <a:xfrm>
              <a:off x="6434930" y="1701799"/>
              <a:ext cx="2114562" cy="1198079"/>
            </a:xfrm>
            <a:prstGeom prst="rect">
              <a:avLst/>
            </a:prstGeom>
          </p:spPr>
        </p:pic>
        <p:sp>
          <p:nvSpPr>
            <p:cNvPr id="100" name="직사각형 99">
              <a:extLst>
                <a:ext uri="{FF2B5EF4-FFF2-40B4-BE49-F238E27FC236}">
                  <a16:creationId xmlns:a16="http://schemas.microsoft.com/office/drawing/2014/main" id="{46FB593E-DB7C-45EE-A624-3E03767B0674}"/>
                </a:ext>
              </a:extLst>
            </p:cNvPr>
            <p:cNvSpPr/>
            <p:nvPr/>
          </p:nvSpPr>
          <p:spPr>
            <a:xfrm rot="5400000">
              <a:off x="2784573" y="2254279"/>
              <a:ext cx="1332000" cy="55844"/>
            </a:xfrm>
            <a:prstGeom prst="rect">
              <a:avLst/>
            </a:prstGeom>
            <a:pattFill prst="wdUpDiag">
              <a:fgClr>
                <a:schemeClr val="tx1"/>
              </a:fgClr>
              <a:bgClr>
                <a:schemeClr val="bg1"/>
              </a:bgClr>
            </a:patt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pic>
          <p:nvPicPr>
            <p:cNvPr id="82" name="그림 81">
              <a:extLst>
                <a:ext uri="{FF2B5EF4-FFF2-40B4-BE49-F238E27FC236}">
                  <a16:creationId xmlns:a16="http://schemas.microsoft.com/office/drawing/2014/main" id="{DE8F433F-61BF-4D52-B9B3-6B58AC3F688C}"/>
                </a:ext>
              </a:extLst>
            </p:cNvPr>
            <p:cNvPicPr>
              <a:picLocks noChangeAspect="1"/>
            </p:cNvPicPr>
            <p:nvPr/>
          </p:nvPicPr>
          <p:blipFill>
            <a:blip r:embed="rId3"/>
            <a:srcRect t="4620" r="54463" b="56835"/>
            <a:stretch/>
          </p:blipFill>
          <p:spPr>
            <a:xfrm>
              <a:off x="3331765" y="3216947"/>
              <a:ext cx="2836672" cy="1666824"/>
            </a:xfrm>
            <a:prstGeom prst="rect">
              <a:avLst/>
            </a:prstGeom>
          </p:spPr>
        </p:pic>
        <p:sp>
          <p:nvSpPr>
            <p:cNvPr id="99" name="직사각형 98">
              <a:extLst>
                <a:ext uri="{FF2B5EF4-FFF2-40B4-BE49-F238E27FC236}">
                  <a16:creationId xmlns:a16="http://schemas.microsoft.com/office/drawing/2014/main" id="{52ADD79C-7732-4F02-BB28-D0C701A40E59}"/>
                </a:ext>
              </a:extLst>
            </p:cNvPr>
            <p:cNvSpPr>
              <a:spLocks noChangeAspect="1"/>
            </p:cNvSpPr>
            <p:nvPr/>
          </p:nvSpPr>
          <p:spPr>
            <a:xfrm>
              <a:off x="3478495" y="1691474"/>
              <a:ext cx="1976400" cy="1184400"/>
            </a:xfrm>
            <a:prstGeom prst="rect">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Times New Roman" panose="02020603050405020304" pitchFamily="18" charset="0"/>
                  <a:cs typeface="Times New Roman" panose="02020603050405020304" pitchFamily="18" charset="0"/>
                </a:rPr>
                <a:t>Cantilever</a:t>
              </a:r>
              <a:endParaRPr lang="ko-KR" altLang="en-US" sz="1600" dirty="0">
                <a:solidFill>
                  <a:schemeClr val="tx1"/>
                </a:solidFill>
                <a:latin typeface="Times New Roman" panose="02020603050405020304" pitchFamily="18" charset="0"/>
                <a:cs typeface="Times New Roman" panose="02020603050405020304" pitchFamily="18" charset="0"/>
              </a:endParaRPr>
            </a:p>
          </p:txBody>
        </p:sp>
        <p:cxnSp>
          <p:nvCxnSpPr>
            <p:cNvPr id="23" name="직선 연결선 22">
              <a:extLst>
                <a:ext uri="{FF2B5EF4-FFF2-40B4-BE49-F238E27FC236}">
                  <a16:creationId xmlns:a16="http://schemas.microsoft.com/office/drawing/2014/main" id="{F3193C9C-FFA7-45C2-AB2F-54A7A21454AC}"/>
                </a:ext>
              </a:extLst>
            </p:cNvPr>
            <p:cNvCxnSpPr>
              <a:cxnSpLocks/>
            </p:cNvCxnSpPr>
            <p:nvPr/>
          </p:nvCxnSpPr>
          <p:spPr>
            <a:xfrm>
              <a:off x="3478495" y="1616201"/>
              <a:ext cx="0" cy="133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직선 화살표 연결선 102">
              <a:extLst>
                <a:ext uri="{FF2B5EF4-FFF2-40B4-BE49-F238E27FC236}">
                  <a16:creationId xmlns:a16="http://schemas.microsoft.com/office/drawing/2014/main" id="{4E2B5A51-140C-458B-8C29-A13747307EEA}"/>
                </a:ext>
              </a:extLst>
            </p:cNvPr>
            <p:cNvCxnSpPr>
              <a:cxnSpLocks/>
            </p:cNvCxnSpPr>
            <p:nvPr/>
          </p:nvCxnSpPr>
          <p:spPr>
            <a:xfrm flipV="1">
              <a:off x="5454895" y="2874401"/>
              <a:ext cx="0" cy="252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105" name="직선 화살표 연결선 104">
              <a:extLst>
                <a:ext uri="{FF2B5EF4-FFF2-40B4-BE49-F238E27FC236}">
                  <a16:creationId xmlns:a16="http://schemas.microsoft.com/office/drawing/2014/main" id="{14AFB856-3AD8-4596-A230-66BBDD50AA56}"/>
                </a:ext>
              </a:extLst>
            </p:cNvPr>
            <p:cNvCxnSpPr>
              <a:cxnSpLocks/>
            </p:cNvCxnSpPr>
            <p:nvPr/>
          </p:nvCxnSpPr>
          <p:spPr>
            <a:xfrm flipH="1">
              <a:off x="3478496" y="1609536"/>
              <a:ext cx="1976395" cy="0"/>
            </a:xfrm>
            <a:prstGeom prst="straightConnector1">
              <a:avLst/>
            </a:prstGeom>
            <a:ln>
              <a:solidFill>
                <a:schemeClr val="tx1"/>
              </a:solidFill>
              <a:headEnd type="triangle" w="sm" len="med"/>
              <a:tailEnd type="triangle" w="sm" len="med"/>
            </a:ln>
          </p:spPr>
          <p:style>
            <a:lnRef idx="1">
              <a:schemeClr val="dk1"/>
            </a:lnRef>
            <a:fillRef idx="0">
              <a:schemeClr val="dk1"/>
            </a:fillRef>
            <a:effectRef idx="0">
              <a:schemeClr val="dk1"/>
            </a:effectRef>
            <a:fontRef idx="minor">
              <a:schemeClr val="tx1"/>
            </a:fontRef>
          </p:style>
        </p:cxnSp>
        <p:cxnSp>
          <p:nvCxnSpPr>
            <p:cNvPr id="106" name="직선 화살표 연결선 105">
              <a:extLst>
                <a:ext uri="{FF2B5EF4-FFF2-40B4-BE49-F238E27FC236}">
                  <a16:creationId xmlns:a16="http://schemas.microsoft.com/office/drawing/2014/main" id="{7FB84AFD-74AF-4595-B2A1-86517424CF54}"/>
                </a:ext>
              </a:extLst>
            </p:cNvPr>
            <p:cNvCxnSpPr>
              <a:cxnSpLocks/>
            </p:cNvCxnSpPr>
            <p:nvPr/>
          </p:nvCxnSpPr>
          <p:spPr>
            <a:xfrm flipV="1">
              <a:off x="5547019" y="1690495"/>
              <a:ext cx="0" cy="1183906"/>
            </a:xfrm>
            <a:prstGeom prst="straightConnector1">
              <a:avLst/>
            </a:prstGeom>
            <a:ln>
              <a:solidFill>
                <a:schemeClr val="tx1"/>
              </a:solidFill>
              <a:headEnd type="triangle" w="sm" len="med"/>
              <a:tailEnd type="triangle" w="sm" len="med"/>
            </a:ln>
          </p:spPr>
          <p:style>
            <a:lnRef idx="1">
              <a:schemeClr val="dk1"/>
            </a:lnRef>
            <a:fillRef idx="0">
              <a:schemeClr val="dk1"/>
            </a:fillRef>
            <a:effectRef idx="0">
              <a:schemeClr val="dk1"/>
            </a:effectRef>
            <a:fontRef idx="minor">
              <a:schemeClr val="tx1"/>
            </a:fontRef>
          </p:style>
        </p:cxnSp>
        <p:sp>
          <p:nvSpPr>
            <p:cNvPr id="32" name="직사각형 31">
              <a:extLst>
                <a:ext uri="{FF2B5EF4-FFF2-40B4-BE49-F238E27FC236}">
                  <a16:creationId xmlns:a16="http://schemas.microsoft.com/office/drawing/2014/main" id="{04114C06-7E90-4430-A5C6-B643A005B95C}"/>
                </a:ext>
              </a:extLst>
            </p:cNvPr>
            <p:cNvSpPr/>
            <p:nvPr/>
          </p:nvSpPr>
          <p:spPr>
            <a:xfrm>
              <a:off x="5454891" y="2880519"/>
              <a:ext cx="838150"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Times New Roman" panose="02020603050405020304" pitchFamily="18" charset="0"/>
                  <a:cs typeface="Times New Roman" panose="02020603050405020304" pitchFamily="18" charset="0"/>
                </a:rPr>
                <a:t>1,000 N</a:t>
              </a:r>
              <a:endParaRPr lang="ko-KR" altLang="en-US" sz="1600" dirty="0">
                <a:solidFill>
                  <a:schemeClr val="tx1"/>
                </a:solidFill>
                <a:latin typeface="Times New Roman" panose="02020603050405020304" pitchFamily="18" charset="0"/>
                <a:cs typeface="Times New Roman" panose="02020603050405020304" pitchFamily="18" charset="0"/>
              </a:endParaRPr>
            </a:p>
          </p:txBody>
        </p:sp>
        <p:sp>
          <p:nvSpPr>
            <p:cNvPr id="108" name="직사각형 107">
              <a:extLst>
                <a:ext uri="{FF2B5EF4-FFF2-40B4-BE49-F238E27FC236}">
                  <a16:creationId xmlns:a16="http://schemas.microsoft.com/office/drawing/2014/main" id="{E55D933E-EEFE-4AF2-A963-E31B91D7B1CD}"/>
                </a:ext>
              </a:extLst>
            </p:cNvPr>
            <p:cNvSpPr/>
            <p:nvPr/>
          </p:nvSpPr>
          <p:spPr>
            <a:xfrm>
              <a:off x="3939542" y="1361210"/>
              <a:ext cx="1013457"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Times New Roman" panose="02020603050405020304" pitchFamily="18" charset="0"/>
                  <a:cs typeface="Times New Roman" panose="02020603050405020304" pitchFamily="18" charset="0"/>
                </a:rPr>
                <a:t>1,000 mm</a:t>
              </a:r>
              <a:endParaRPr lang="ko-KR" altLang="en-US" sz="1600" dirty="0">
                <a:solidFill>
                  <a:schemeClr val="tx1"/>
                </a:solidFill>
                <a:latin typeface="Times New Roman" panose="02020603050405020304" pitchFamily="18" charset="0"/>
                <a:cs typeface="Times New Roman" panose="02020603050405020304" pitchFamily="18" charset="0"/>
              </a:endParaRPr>
            </a:p>
          </p:txBody>
        </p:sp>
        <p:sp>
          <p:nvSpPr>
            <p:cNvPr id="110" name="직사각형 109">
              <a:extLst>
                <a:ext uri="{FF2B5EF4-FFF2-40B4-BE49-F238E27FC236}">
                  <a16:creationId xmlns:a16="http://schemas.microsoft.com/office/drawing/2014/main" id="{D993077E-AE3C-4899-B19D-52B4F535F739}"/>
                </a:ext>
              </a:extLst>
            </p:cNvPr>
            <p:cNvSpPr/>
            <p:nvPr/>
          </p:nvSpPr>
          <p:spPr>
            <a:xfrm>
              <a:off x="5341306" y="2162319"/>
              <a:ext cx="1013457"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ko-KR" sz="1600" dirty="0">
                  <a:solidFill>
                    <a:schemeClr val="tx1"/>
                  </a:solidFill>
                  <a:latin typeface="Times New Roman" panose="02020603050405020304" pitchFamily="18" charset="0"/>
                  <a:cs typeface="Times New Roman" panose="02020603050405020304" pitchFamily="18" charset="0"/>
                </a:rPr>
                <a:t>600 mm</a:t>
              </a:r>
              <a:endParaRPr lang="ko-KR" altLang="en-US" sz="1600" dirty="0">
                <a:solidFill>
                  <a:schemeClr val="tx1"/>
                </a:solidFill>
                <a:latin typeface="Times New Roman" panose="02020603050405020304" pitchFamily="18" charset="0"/>
                <a:cs typeface="Times New Roman" panose="02020603050405020304" pitchFamily="18" charset="0"/>
              </a:endParaRPr>
            </a:p>
          </p:txBody>
        </p:sp>
        <p:sp>
          <p:nvSpPr>
            <p:cNvPr id="111" name="직사각형 110">
              <a:extLst>
                <a:ext uri="{FF2B5EF4-FFF2-40B4-BE49-F238E27FC236}">
                  <a16:creationId xmlns:a16="http://schemas.microsoft.com/office/drawing/2014/main" id="{4F891631-5F8C-41B4-948E-FD128C4920FE}"/>
                </a:ext>
              </a:extLst>
            </p:cNvPr>
            <p:cNvSpPr/>
            <p:nvPr/>
          </p:nvSpPr>
          <p:spPr>
            <a:xfrm>
              <a:off x="3478495" y="4774431"/>
              <a:ext cx="1976396"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Times New Roman" panose="02020603050405020304" pitchFamily="18" charset="0"/>
                  <a:cs typeface="Times New Roman" panose="02020603050405020304" pitchFamily="18" charset="0"/>
                </a:rPr>
                <a:t>von Mises stress</a:t>
              </a:r>
              <a:endParaRPr lang="ko-KR" altLang="en-US" sz="1600" dirty="0">
                <a:solidFill>
                  <a:schemeClr val="tx1"/>
                </a:solidFill>
                <a:latin typeface="Times New Roman" panose="02020603050405020304" pitchFamily="18" charset="0"/>
                <a:cs typeface="Times New Roman" panose="02020603050405020304" pitchFamily="18" charset="0"/>
              </a:endParaRPr>
            </a:p>
          </p:txBody>
        </p:sp>
        <p:sp>
          <p:nvSpPr>
            <p:cNvPr id="112" name="직사각형 111">
              <a:extLst>
                <a:ext uri="{FF2B5EF4-FFF2-40B4-BE49-F238E27FC236}">
                  <a16:creationId xmlns:a16="http://schemas.microsoft.com/office/drawing/2014/main" id="{446374FD-E6FD-48A0-BB20-1E5A80700972}"/>
                </a:ext>
              </a:extLst>
            </p:cNvPr>
            <p:cNvSpPr/>
            <p:nvPr/>
          </p:nvSpPr>
          <p:spPr>
            <a:xfrm>
              <a:off x="5962650" y="4774431"/>
              <a:ext cx="3207114"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Times New Roman" panose="02020603050405020304" pitchFamily="18" charset="0"/>
                  <a:cs typeface="Times New Roman" panose="02020603050405020304" pitchFamily="18" charset="0"/>
                </a:rPr>
                <a:t>Unfiltered signed material utilization</a:t>
              </a:r>
            </a:p>
          </p:txBody>
        </p:sp>
        <p:sp>
          <p:nvSpPr>
            <p:cNvPr id="113" name="직사각형 112">
              <a:extLst>
                <a:ext uri="{FF2B5EF4-FFF2-40B4-BE49-F238E27FC236}">
                  <a16:creationId xmlns:a16="http://schemas.microsoft.com/office/drawing/2014/main" id="{9176CA5D-3169-4BCB-B115-D4AD2419A5BA}"/>
                </a:ext>
              </a:extLst>
            </p:cNvPr>
            <p:cNvSpPr/>
            <p:nvPr/>
          </p:nvSpPr>
          <p:spPr>
            <a:xfrm>
              <a:off x="3478495" y="3010089"/>
              <a:ext cx="1976396"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Times New Roman" panose="02020603050405020304" pitchFamily="18" charset="0"/>
                  <a:cs typeface="Times New Roman" panose="02020603050405020304" pitchFamily="18" charset="0"/>
                </a:rPr>
                <a:t>Problem definition</a:t>
              </a:r>
              <a:endParaRPr lang="ko-KR" altLang="en-US" sz="1600" dirty="0">
                <a:solidFill>
                  <a:schemeClr val="tx1"/>
                </a:solidFill>
                <a:latin typeface="Times New Roman" panose="02020603050405020304" pitchFamily="18" charset="0"/>
                <a:cs typeface="Times New Roman" panose="02020603050405020304" pitchFamily="18" charset="0"/>
              </a:endParaRPr>
            </a:p>
          </p:txBody>
        </p:sp>
        <p:sp>
          <p:nvSpPr>
            <p:cNvPr id="115" name="직사각형 114">
              <a:extLst>
                <a:ext uri="{FF2B5EF4-FFF2-40B4-BE49-F238E27FC236}">
                  <a16:creationId xmlns:a16="http://schemas.microsoft.com/office/drawing/2014/main" id="{D251523A-65DF-4C7D-98D6-591D55292791}"/>
                </a:ext>
              </a:extLst>
            </p:cNvPr>
            <p:cNvSpPr/>
            <p:nvPr/>
          </p:nvSpPr>
          <p:spPr>
            <a:xfrm>
              <a:off x="6200777" y="3009930"/>
              <a:ext cx="2486021"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Times New Roman" panose="02020603050405020304" pitchFamily="18" charset="0"/>
                  <a:cs typeface="Times New Roman" panose="02020603050405020304" pitchFamily="18" charset="0"/>
                </a:rPr>
                <a:t>Optimized material layout</a:t>
              </a:r>
              <a:endParaRPr lang="ko-KR" altLang="en-US" sz="1600" dirty="0">
                <a:solidFill>
                  <a:schemeClr val="tx1"/>
                </a:solidFill>
                <a:latin typeface="Times New Roman" panose="02020603050405020304" pitchFamily="18" charset="0"/>
                <a:cs typeface="Times New Roman" panose="02020603050405020304" pitchFamily="18" charset="0"/>
              </a:endParaRPr>
            </a:p>
          </p:txBody>
        </p:sp>
        <p:sp>
          <p:nvSpPr>
            <p:cNvPr id="116" name="직사각형 115">
              <a:extLst>
                <a:ext uri="{FF2B5EF4-FFF2-40B4-BE49-F238E27FC236}">
                  <a16:creationId xmlns:a16="http://schemas.microsoft.com/office/drawing/2014/main" id="{2ABE93A4-4BED-4AFD-BF39-77D0C0E51DD9}"/>
                </a:ext>
              </a:extLst>
            </p:cNvPr>
            <p:cNvSpPr>
              <a:spLocks noChangeAspect="1"/>
            </p:cNvSpPr>
            <p:nvPr/>
          </p:nvSpPr>
          <p:spPr>
            <a:xfrm>
              <a:off x="7702467" y="1509533"/>
              <a:ext cx="125178" cy="125169"/>
            </a:xfrm>
            <a:prstGeom prst="rect">
              <a:avLst/>
            </a:prstGeom>
            <a:solidFill>
              <a:srgbClr val="FF0000"/>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7" name="직사각형 116">
              <a:extLst>
                <a:ext uri="{FF2B5EF4-FFF2-40B4-BE49-F238E27FC236}">
                  <a16:creationId xmlns:a16="http://schemas.microsoft.com/office/drawing/2014/main" id="{8B8C5734-055D-4D9A-BDA2-8014CE1C69E4}"/>
                </a:ext>
              </a:extLst>
            </p:cNvPr>
            <p:cNvSpPr>
              <a:spLocks noChangeAspect="1"/>
            </p:cNvSpPr>
            <p:nvPr/>
          </p:nvSpPr>
          <p:spPr>
            <a:xfrm>
              <a:off x="7702467" y="1746913"/>
              <a:ext cx="125178" cy="125169"/>
            </a:xfrm>
            <a:prstGeom prst="rect">
              <a:avLst/>
            </a:prstGeom>
            <a:solidFill>
              <a:srgbClr val="0000F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8" name="직사각형 117">
              <a:extLst>
                <a:ext uri="{FF2B5EF4-FFF2-40B4-BE49-F238E27FC236}">
                  <a16:creationId xmlns:a16="http://schemas.microsoft.com/office/drawing/2014/main" id="{01839C6D-84DE-4D93-A2EC-11AED56C5C30}"/>
                </a:ext>
              </a:extLst>
            </p:cNvPr>
            <p:cNvSpPr/>
            <p:nvPr/>
          </p:nvSpPr>
          <p:spPr>
            <a:xfrm>
              <a:off x="7782634" y="1469344"/>
              <a:ext cx="1258972" cy="1804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dirty="0">
                  <a:solidFill>
                    <a:schemeClr val="tx1"/>
                  </a:solidFill>
                  <a:latin typeface="Times New Roman" panose="02020603050405020304" pitchFamily="18" charset="0"/>
                  <a:cs typeface="Times New Roman" panose="02020603050405020304" pitchFamily="18" charset="0"/>
                </a:rPr>
                <a:t>Compression</a:t>
              </a:r>
              <a:endParaRPr lang="ko-KR" altLang="en-US" sz="1600" dirty="0">
                <a:solidFill>
                  <a:schemeClr val="tx1"/>
                </a:solidFill>
                <a:latin typeface="Times New Roman" panose="02020603050405020304" pitchFamily="18" charset="0"/>
                <a:cs typeface="Times New Roman" panose="02020603050405020304" pitchFamily="18" charset="0"/>
              </a:endParaRPr>
            </a:p>
          </p:txBody>
        </p:sp>
        <p:sp>
          <p:nvSpPr>
            <p:cNvPr id="119" name="직사각형 118">
              <a:extLst>
                <a:ext uri="{FF2B5EF4-FFF2-40B4-BE49-F238E27FC236}">
                  <a16:creationId xmlns:a16="http://schemas.microsoft.com/office/drawing/2014/main" id="{C8586AF5-5E88-4B0F-8967-E33B9AEEEB4B}"/>
                </a:ext>
              </a:extLst>
            </p:cNvPr>
            <p:cNvSpPr/>
            <p:nvPr/>
          </p:nvSpPr>
          <p:spPr>
            <a:xfrm>
              <a:off x="7782634" y="1719263"/>
              <a:ext cx="1258972" cy="1804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dirty="0">
                  <a:solidFill>
                    <a:schemeClr val="tx1"/>
                  </a:solidFill>
                  <a:latin typeface="Times New Roman" panose="02020603050405020304" pitchFamily="18" charset="0"/>
                  <a:cs typeface="Times New Roman" panose="02020603050405020304" pitchFamily="18" charset="0"/>
                </a:rPr>
                <a:t>Tension</a:t>
              </a:r>
              <a:endParaRPr lang="ko-KR" altLang="en-US" sz="1600" dirty="0">
                <a:solidFill>
                  <a:schemeClr val="tx1"/>
                </a:solidFill>
                <a:latin typeface="Times New Roman" panose="02020603050405020304" pitchFamily="18" charset="0"/>
                <a:cs typeface="Times New Roman" panose="02020603050405020304" pitchFamily="18" charset="0"/>
              </a:endParaRPr>
            </a:p>
          </p:txBody>
        </p:sp>
        <p:pic>
          <p:nvPicPr>
            <p:cNvPr id="5" name="그림 4">
              <a:extLst>
                <a:ext uri="{FF2B5EF4-FFF2-40B4-BE49-F238E27FC236}">
                  <a16:creationId xmlns:a16="http://schemas.microsoft.com/office/drawing/2014/main" id="{E89AD2F2-FB54-B093-1C02-22B542EE8FCF}"/>
                </a:ext>
              </a:extLst>
            </p:cNvPr>
            <p:cNvPicPr>
              <a:picLocks noChangeAspect="1"/>
            </p:cNvPicPr>
            <p:nvPr/>
          </p:nvPicPr>
          <p:blipFill>
            <a:blip r:embed="rId4"/>
            <a:srcRect l="51163" b="57139"/>
            <a:stretch/>
          </p:blipFill>
          <p:spPr>
            <a:xfrm>
              <a:off x="6201361" y="3020630"/>
              <a:ext cx="3042238" cy="1853453"/>
            </a:xfrm>
            <a:prstGeom prst="rect">
              <a:avLst/>
            </a:prstGeom>
          </p:spPr>
        </p:pic>
        <p:sp>
          <p:nvSpPr>
            <p:cNvPr id="24" name="직사각형 23">
              <a:extLst>
                <a:ext uri="{FF2B5EF4-FFF2-40B4-BE49-F238E27FC236}">
                  <a16:creationId xmlns:a16="http://schemas.microsoft.com/office/drawing/2014/main" id="{79909DAA-2C7D-4C79-9B65-6272724DCE8D}"/>
                </a:ext>
              </a:extLst>
            </p:cNvPr>
            <p:cNvSpPr>
              <a:spLocks/>
            </p:cNvSpPr>
            <p:nvPr/>
          </p:nvSpPr>
          <p:spPr>
            <a:xfrm>
              <a:off x="3478494" y="1691474"/>
              <a:ext cx="79200" cy="79200"/>
            </a:xfrm>
            <a:prstGeom prst="rect">
              <a:avLst/>
            </a:prstGeom>
            <a:pattFill prst="dkUpDiag">
              <a:fgClr>
                <a:srgbClr val="FF0000"/>
              </a:fgClr>
              <a:bgClr>
                <a:schemeClr val="bg1"/>
              </a:bgClr>
            </a:patt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직사각형 24">
              <a:extLst>
                <a:ext uri="{FF2B5EF4-FFF2-40B4-BE49-F238E27FC236}">
                  <a16:creationId xmlns:a16="http://schemas.microsoft.com/office/drawing/2014/main" id="{389B0140-4239-4F2D-A532-30CED32FAC47}"/>
                </a:ext>
              </a:extLst>
            </p:cNvPr>
            <p:cNvSpPr>
              <a:spLocks/>
            </p:cNvSpPr>
            <p:nvPr/>
          </p:nvSpPr>
          <p:spPr>
            <a:xfrm>
              <a:off x="3478494" y="2798088"/>
              <a:ext cx="79200" cy="79200"/>
            </a:xfrm>
            <a:prstGeom prst="rect">
              <a:avLst/>
            </a:prstGeom>
            <a:pattFill prst="dkUpDiag">
              <a:fgClr>
                <a:srgbClr val="FF0000"/>
              </a:fgClr>
              <a:bgClr>
                <a:schemeClr val="bg1"/>
              </a:bgClr>
            </a:patt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6" name="직사각형 25">
              <a:extLst>
                <a:ext uri="{FF2B5EF4-FFF2-40B4-BE49-F238E27FC236}">
                  <a16:creationId xmlns:a16="http://schemas.microsoft.com/office/drawing/2014/main" id="{32065323-B3BE-41FE-B845-20ADEB77EA49}"/>
                </a:ext>
              </a:extLst>
            </p:cNvPr>
            <p:cNvSpPr>
              <a:spLocks/>
            </p:cNvSpPr>
            <p:nvPr/>
          </p:nvSpPr>
          <p:spPr>
            <a:xfrm>
              <a:off x="5375690" y="2798088"/>
              <a:ext cx="79200" cy="79200"/>
            </a:xfrm>
            <a:prstGeom prst="rect">
              <a:avLst/>
            </a:prstGeom>
            <a:pattFill prst="dkUpDiag">
              <a:fgClr>
                <a:srgbClr val="FF0000"/>
              </a:fgClr>
              <a:bgClr>
                <a:schemeClr val="bg1"/>
              </a:bgClr>
            </a:patt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직사각형 26">
              <a:extLst>
                <a:ext uri="{FF2B5EF4-FFF2-40B4-BE49-F238E27FC236}">
                  <a16:creationId xmlns:a16="http://schemas.microsoft.com/office/drawing/2014/main" id="{74D8615A-367A-4D7F-97DE-4C6FF908E661}"/>
                </a:ext>
              </a:extLst>
            </p:cNvPr>
            <p:cNvSpPr/>
            <p:nvPr/>
          </p:nvSpPr>
          <p:spPr>
            <a:xfrm>
              <a:off x="3497218" y="1696930"/>
              <a:ext cx="381868"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i="1" dirty="0">
                  <a:solidFill>
                    <a:srgbClr val="FF0000"/>
                  </a:solidFill>
                  <a:latin typeface="Times New Roman" panose="02020603050405020304" pitchFamily="18" charset="0"/>
                  <a:cs typeface="Times New Roman" panose="02020603050405020304" pitchFamily="18" charset="0"/>
                </a:rPr>
                <a:t>S</a:t>
              </a:r>
              <a:r>
                <a:rPr lang="en-US" altLang="ko-KR" sz="1600" baseline="-25000" dirty="0">
                  <a:solidFill>
                    <a:srgbClr val="FF0000"/>
                  </a:solidFill>
                  <a:latin typeface="Times New Roman" panose="02020603050405020304" pitchFamily="18" charset="0"/>
                  <a:cs typeface="Times New Roman" panose="02020603050405020304" pitchFamily="18" charset="0"/>
                </a:rPr>
                <a:t>1</a:t>
              </a:r>
              <a:endParaRPr lang="ko-KR" altLang="en-US" sz="1600" baseline="-25000" dirty="0">
                <a:solidFill>
                  <a:srgbClr val="FF0000"/>
                </a:solidFill>
                <a:latin typeface="Times New Roman" panose="02020603050405020304" pitchFamily="18" charset="0"/>
                <a:cs typeface="Times New Roman" panose="02020603050405020304" pitchFamily="18" charset="0"/>
              </a:endParaRPr>
            </a:p>
          </p:txBody>
        </p:sp>
        <p:sp>
          <p:nvSpPr>
            <p:cNvPr id="28" name="직사각형 27">
              <a:extLst>
                <a:ext uri="{FF2B5EF4-FFF2-40B4-BE49-F238E27FC236}">
                  <a16:creationId xmlns:a16="http://schemas.microsoft.com/office/drawing/2014/main" id="{6AFAA96F-B164-44F0-89CF-603404C4032A}"/>
                </a:ext>
              </a:extLst>
            </p:cNvPr>
            <p:cNvSpPr/>
            <p:nvPr/>
          </p:nvSpPr>
          <p:spPr>
            <a:xfrm>
              <a:off x="3497218" y="2583482"/>
              <a:ext cx="381868"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i="1" dirty="0">
                  <a:solidFill>
                    <a:srgbClr val="FF0000"/>
                  </a:solidFill>
                  <a:latin typeface="Times New Roman" panose="02020603050405020304" pitchFamily="18" charset="0"/>
                  <a:cs typeface="Times New Roman" panose="02020603050405020304" pitchFamily="18" charset="0"/>
                </a:rPr>
                <a:t>S</a:t>
              </a:r>
              <a:r>
                <a:rPr lang="en-US" altLang="ko-KR" sz="1600" baseline="-25000" dirty="0">
                  <a:solidFill>
                    <a:srgbClr val="FF0000"/>
                  </a:solidFill>
                  <a:latin typeface="Times New Roman" panose="02020603050405020304" pitchFamily="18" charset="0"/>
                  <a:cs typeface="Times New Roman" panose="02020603050405020304" pitchFamily="18" charset="0"/>
                </a:rPr>
                <a:t>2</a:t>
              </a:r>
              <a:endParaRPr lang="ko-KR" altLang="en-US" sz="1600" baseline="-25000" dirty="0">
                <a:solidFill>
                  <a:srgbClr val="FF0000"/>
                </a:solidFill>
                <a:latin typeface="Times New Roman" panose="02020603050405020304" pitchFamily="18" charset="0"/>
                <a:cs typeface="Times New Roman" panose="02020603050405020304" pitchFamily="18" charset="0"/>
              </a:endParaRPr>
            </a:p>
          </p:txBody>
        </p:sp>
        <p:sp>
          <p:nvSpPr>
            <p:cNvPr id="29" name="직사각형 28">
              <a:extLst>
                <a:ext uri="{FF2B5EF4-FFF2-40B4-BE49-F238E27FC236}">
                  <a16:creationId xmlns:a16="http://schemas.microsoft.com/office/drawing/2014/main" id="{D7634062-3AA9-40DE-B20D-C37AC28D52B5}"/>
                </a:ext>
              </a:extLst>
            </p:cNvPr>
            <p:cNvSpPr/>
            <p:nvPr/>
          </p:nvSpPr>
          <p:spPr>
            <a:xfrm>
              <a:off x="5092504" y="2583482"/>
              <a:ext cx="381868"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i="1" dirty="0">
                  <a:solidFill>
                    <a:srgbClr val="FF0000"/>
                  </a:solidFill>
                  <a:latin typeface="Times New Roman" panose="02020603050405020304" pitchFamily="18" charset="0"/>
                  <a:cs typeface="Times New Roman" panose="02020603050405020304" pitchFamily="18" charset="0"/>
                </a:rPr>
                <a:t>L</a:t>
              </a:r>
              <a:endParaRPr lang="ko-KR" altLang="en-US" sz="1600" baseline="-25000" dirty="0">
                <a:solidFill>
                  <a:srgbClr val="FF0000"/>
                </a:solidFill>
                <a:latin typeface="Times New Roman" panose="02020603050405020304" pitchFamily="18" charset="0"/>
                <a:cs typeface="Times New Roman" panose="02020603050405020304" pitchFamily="18" charset="0"/>
              </a:endParaRPr>
            </a:p>
          </p:txBody>
        </p:sp>
        <p:grpSp>
          <p:nvGrpSpPr>
            <p:cNvPr id="2" name="그룹 1">
              <a:extLst>
                <a:ext uri="{FF2B5EF4-FFF2-40B4-BE49-F238E27FC236}">
                  <a16:creationId xmlns:a16="http://schemas.microsoft.com/office/drawing/2014/main" id="{7A191F5C-E86E-4D32-8FC0-C7B7C6E453E4}"/>
                </a:ext>
              </a:extLst>
            </p:cNvPr>
            <p:cNvGrpSpPr/>
            <p:nvPr/>
          </p:nvGrpSpPr>
          <p:grpSpPr>
            <a:xfrm>
              <a:off x="1622223" y="1420221"/>
              <a:ext cx="1412947" cy="824099"/>
              <a:chOff x="1065794" y="1497205"/>
              <a:chExt cx="1412947" cy="824099"/>
            </a:xfrm>
          </p:grpSpPr>
          <p:sp>
            <p:nvSpPr>
              <p:cNvPr id="31" name="직사각형 30">
                <a:extLst>
                  <a:ext uri="{FF2B5EF4-FFF2-40B4-BE49-F238E27FC236}">
                    <a16:creationId xmlns:a16="http://schemas.microsoft.com/office/drawing/2014/main" id="{D54D267E-E7CE-4FFB-96D4-DFBD9AC8C2BC}"/>
                  </a:ext>
                </a:extLst>
              </p:cNvPr>
              <p:cNvSpPr>
                <a:spLocks noChangeAspect="1"/>
              </p:cNvSpPr>
              <p:nvPr/>
            </p:nvSpPr>
            <p:spPr>
              <a:xfrm>
                <a:off x="1836426" y="1826612"/>
                <a:ext cx="494692" cy="494692"/>
              </a:xfrm>
              <a:prstGeom prst="rect">
                <a:avLst/>
              </a:prstGeom>
              <a:pattFill prst="dkUpDiag">
                <a:fgClr>
                  <a:srgbClr val="FF0000"/>
                </a:fgClr>
                <a:bgClr>
                  <a:schemeClr val="bg1"/>
                </a:bgClr>
              </a:patt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4" name="직선 화살표 연결선 33">
                <a:extLst>
                  <a:ext uri="{FF2B5EF4-FFF2-40B4-BE49-F238E27FC236}">
                    <a16:creationId xmlns:a16="http://schemas.microsoft.com/office/drawing/2014/main" id="{22B28710-68CE-4963-8D46-57FA79FA526F}"/>
                  </a:ext>
                </a:extLst>
              </p:cNvPr>
              <p:cNvCxnSpPr>
                <a:cxnSpLocks/>
              </p:cNvCxnSpPr>
              <p:nvPr/>
            </p:nvCxnSpPr>
            <p:spPr>
              <a:xfrm>
                <a:off x="1836426" y="1759759"/>
                <a:ext cx="494692" cy="0"/>
              </a:xfrm>
              <a:prstGeom prst="straightConnector1">
                <a:avLst/>
              </a:prstGeom>
              <a:ln>
                <a:solidFill>
                  <a:schemeClr val="tx1"/>
                </a:solidFill>
                <a:headEnd type="triangle" w="sm" len="med"/>
                <a:tailEnd type="triangle" w="sm" len="med"/>
              </a:ln>
            </p:spPr>
            <p:style>
              <a:lnRef idx="1">
                <a:schemeClr val="dk1"/>
              </a:lnRef>
              <a:fillRef idx="0">
                <a:schemeClr val="dk1"/>
              </a:fillRef>
              <a:effectRef idx="0">
                <a:schemeClr val="dk1"/>
              </a:effectRef>
              <a:fontRef idx="minor">
                <a:schemeClr val="tx1"/>
              </a:fontRef>
            </p:style>
          </p:cxnSp>
          <p:cxnSp>
            <p:nvCxnSpPr>
              <p:cNvPr id="35" name="직선 화살표 연결선 34">
                <a:extLst>
                  <a:ext uri="{FF2B5EF4-FFF2-40B4-BE49-F238E27FC236}">
                    <a16:creationId xmlns:a16="http://schemas.microsoft.com/office/drawing/2014/main" id="{E2E4FA13-DB83-4806-AA40-65275311927B}"/>
                  </a:ext>
                </a:extLst>
              </p:cNvPr>
              <p:cNvCxnSpPr>
                <a:cxnSpLocks/>
              </p:cNvCxnSpPr>
              <p:nvPr/>
            </p:nvCxnSpPr>
            <p:spPr>
              <a:xfrm>
                <a:off x="1770343" y="1826960"/>
                <a:ext cx="0" cy="493200"/>
              </a:xfrm>
              <a:prstGeom prst="straightConnector1">
                <a:avLst/>
              </a:prstGeom>
              <a:ln>
                <a:solidFill>
                  <a:schemeClr val="tx1"/>
                </a:solidFill>
                <a:headEnd type="triangle" w="sm" len="med"/>
                <a:tailEnd type="triangle" w="sm" len="med"/>
              </a:ln>
            </p:spPr>
            <p:style>
              <a:lnRef idx="1">
                <a:schemeClr val="dk1"/>
              </a:lnRef>
              <a:fillRef idx="0">
                <a:schemeClr val="dk1"/>
              </a:fillRef>
              <a:effectRef idx="0">
                <a:schemeClr val="dk1"/>
              </a:effectRef>
              <a:fontRef idx="minor">
                <a:schemeClr val="tx1"/>
              </a:fontRef>
            </p:style>
          </p:cxnSp>
          <p:sp>
            <p:nvSpPr>
              <p:cNvPr id="36" name="직사각형 35">
                <a:extLst>
                  <a:ext uri="{FF2B5EF4-FFF2-40B4-BE49-F238E27FC236}">
                    <a16:creationId xmlns:a16="http://schemas.microsoft.com/office/drawing/2014/main" id="{C57A04BC-F2D0-4A76-9DDE-42594DF18CC9}"/>
                  </a:ext>
                </a:extLst>
              </p:cNvPr>
              <p:cNvSpPr/>
              <p:nvPr/>
            </p:nvSpPr>
            <p:spPr>
              <a:xfrm>
                <a:off x="1715591" y="1497205"/>
                <a:ext cx="763150"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ko-KR" sz="1600" dirty="0">
                    <a:solidFill>
                      <a:schemeClr val="tx1"/>
                    </a:solidFill>
                    <a:latin typeface="Times New Roman" panose="02020603050405020304" pitchFamily="18" charset="0"/>
                    <a:cs typeface="Times New Roman" panose="02020603050405020304" pitchFamily="18" charset="0"/>
                  </a:rPr>
                  <a:t>40 mm</a:t>
                </a:r>
                <a:endParaRPr lang="ko-KR" altLang="en-US" sz="1600" dirty="0">
                  <a:solidFill>
                    <a:schemeClr val="tx1"/>
                  </a:solidFill>
                  <a:latin typeface="Times New Roman" panose="02020603050405020304" pitchFamily="18" charset="0"/>
                  <a:cs typeface="Times New Roman" panose="02020603050405020304" pitchFamily="18" charset="0"/>
                </a:endParaRPr>
              </a:p>
            </p:txBody>
          </p:sp>
          <p:sp>
            <p:nvSpPr>
              <p:cNvPr id="37" name="직사각형 36">
                <a:extLst>
                  <a:ext uri="{FF2B5EF4-FFF2-40B4-BE49-F238E27FC236}">
                    <a16:creationId xmlns:a16="http://schemas.microsoft.com/office/drawing/2014/main" id="{8FE21649-0A05-4583-9106-7937C49105F6}"/>
                  </a:ext>
                </a:extLst>
              </p:cNvPr>
              <p:cNvSpPr/>
              <p:nvPr/>
            </p:nvSpPr>
            <p:spPr>
              <a:xfrm>
                <a:off x="1065794" y="1925106"/>
                <a:ext cx="763150"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dirty="0">
                    <a:solidFill>
                      <a:schemeClr val="tx1"/>
                    </a:solidFill>
                    <a:latin typeface="Times New Roman" panose="02020603050405020304" pitchFamily="18" charset="0"/>
                    <a:cs typeface="Times New Roman" panose="02020603050405020304" pitchFamily="18" charset="0"/>
                  </a:rPr>
                  <a:t>40 mm</a:t>
                </a:r>
                <a:endParaRPr lang="ko-KR" altLang="en-US" sz="1600" dirty="0">
                  <a:solidFill>
                    <a:schemeClr val="tx1"/>
                  </a:solidFill>
                  <a:latin typeface="Times New Roman" panose="02020603050405020304" pitchFamily="18" charset="0"/>
                  <a:cs typeface="Times New Roman" panose="02020603050405020304" pitchFamily="18" charset="0"/>
                </a:endParaRPr>
              </a:p>
            </p:txBody>
          </p:sp>
        </p:grpSp>
        <p:cxnSp>
          <p:nvCxnSpPr>
            <p:cNvPr id="38" name="직선 화살표 연결선 37">
              <a:extLst>
                <a:ext uri="{FF2B5EF4-FFF2-40B4-BE49-F238E27FC236}">
                  <a16:creationId xmlns:a16="http://schemas.microsoft.com/office/drawing/2014/main" id="{BAFC1AE6-81D3-4783-A013-8D4851EEDB35}"/>
                </a:ext>
              </a:extLst>
            </p:cNvPr>
            <p:cNvCxnSpPr>
              <a:cxnSpLocks/>
            </p:cNvCxnSpPr>
            <p:nvPr/>
          </p:nvCxnSpPr>
          <p:spPr>
            <a:xfrm flipH="1" flipV="1">
              <a:off x="2392855" y="2243176"/>
              <a:ext cx="1085867" cy="634890"/>
            </a:xfrm>
            <a:prstGeom prst="straightConnector1">
              <a:avLst/>
            </a:prstGeom>
            <a:ln w="6350">
              <a:solidFill>
                <a:srgbClr val="FF0000"/>
              </a:solidFill>
              <a:prstDash val="dash"/>
              <a:headEnd type="none" w="sm" len="med"/>
              <a:tailEnd type="none" w="sm" len="med"/>
            </a:ln>
          </p:spPr>
          <p:style>
            <a:lnRef idx="1">
              <a:schemeClr val="dk1"/>
            </a:lnRef>
            <a:fillRef idx="0">
              <a:schemeClr val="dk1"/>
            </a:fillRef>
            <a:effectRef idx="0">
              <a:schemeClr val="dk1"/>
            </a:effectRef>
            <a:fontRef idx="minor">
              <a:schemeClr val="tx1"/>
            </a:fontRef>
          </p:style>
        </p:cxnSp>
        <p:cxnSp>
          <p:nvCxnSpPr>
            <p:cNvPr id="40" name="직선 화살표 연결선 39">
              <a:extLst>
                <a:ext uri="{FF2B5EF4-FFF2-40B4-BE49-F238E27FC236}">
                  <a16:creationId xmlns:a16="http://schemas.microsoft.com/office/drawing/2014/main" id="{E90534EB-6879-4C65-9527-AB102067AD31}"/>
                </a:ext>
              </a:extLst>
            </p:cNvPr>
            <p:cNvCxnSpPr>
              <a:cxnSpLocks/>
            </p:cNvCxnSpPr>
            <p:nvPr/>
          </p:nvCxnSpPr>
          <p:spPr>
            <a:xfrm flipH="1" flipV="1">
              <a:off x="2887547" y="1746913"/>
              <a:ext cx="670148" cy="1047875"/>
            </a:xfrm>
            <a:prstGeom prst="straightConnector1">
              <a:avLst/>
            </a:prstGeom>
            <a:ln w="6350">
              <a:solidFill>
                <a:srgbClr val="FF0000"/>
              </a:solidFill>
              <a:prstDash val="dash"/>
              <a:headEnd type="none" w="sm" len="med"/>
              <a:tailEnd type="none" w="sm" len="med"/>
            </a:ln>
          </p:spPr>
          <p:style>
            <a:lnRef idx="1">
              <a:schemeClr val="dk1"/>
            </a:lnRef>
            <a:fillRef idx="0">
              <a:schemeClr val="dk1"/>
            </a:fillRef>
            <a:effectRef idx="0">
              <a:schemeClr val="dk1"/>
            </a:effectRef>
            <a:fontRef idx="minor">
              <a:schemeClr val="tx1"/>
            </a:fontRef>
          </p:style>
        </p:cxnSp>
        <p:sp>
          <p:nvSpPr>
            <p:cNvPr id="43" name="직사각형 42">
              <a:extLst>
                <a:ext uri="{FF2B5EF4-FFF2-40B4-BE49-F238E27FC236}">
                  <a16:creationId xmlns:a16="http://schemas.microsoft.com/office/drawing/2014/main" id="{D1715B3F-5215-4961-8748-B4F23AD4C4C1}"/>
                </a:ext>
              </a:extLst>
            </p:cNvPr>
            <p:cNvSpPr/>
            <p:nvPr/>
          </p:nvSpPr>
          <p:spPr>
            <a:xfrm>
              <a:off x="1916085" y="2317482"/>
              <a:ext cx="1549158" cy="7762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Times New Roman" panose="02020603050405020304" pitchFamily="18" charset="0"/>
                  <a:cs typeface="Times New Roman" panose="02020603050405020304" pitchFamily="18" charset="0"/>
                </a:rPr>
                <a:t>40×40 mm evaluation-exclusion region</a:t>
              </a:r>
            </a:p>
          </p:txBody>
        </p:sp>
      </p:grpSp>
      <p:sp>
        <p:nvSpPr>
          <p:cNvPr id="53" name="직사각형 52">
            <a:extLst>
              <a:ext uri="{FF2B5EF4-FFF2-40B4-BE49-F238E27FC236}">
                <a16:creationId xmlns:a16="http://schemas.microsoft.com/office/drawing/2014/main" id="{F8BE9937-1EE0-488D-90B1-B127D14A6FB0}"/>
              </a:ext>
            </a:extLst>
          </p:cNvPr>
          <p:cNvSpPr/>
          <p:nvPr/>
        </p:nvSpPr>
        <p:spPr>
          <a:xfrm>
            <a:off x="274739" y="179911"/>
            <a:ext cx="1760220" cy="335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dirty="0">
                <a:solidFill>
                  <a:srgbClr val="FF0000"/>
                </a:solidFill>
                <a:latin typeface="Times New Roman" panose="02020603050405020304" pitchFamily="18" charset="0"/>
                <a:cs typeface="Times New Roman" panose="02020603050405020304" pitchFamily="18" charset="0"/>
              </a:rPr>
              <a:t>Fig. 2</a:t>
            </a:r>
            <a:endParaRPr lang="ko-KR" altLang="en-US"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8806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그림 27">
            <a:extLst>
              <a:ext uri="{FF2B5EF4-FFF2-40B4-BE49-F238E27FC236}">
                <a16:creationId xmlns:a16="http://schemas.microsoft.com/office/drawing/2014/main" id="{0FDC7F89-8304-4820-BF05-AE15151E09AD}"/>
              </a:ext>
            </a:extLst>
          </p:cNvPr>
          <p:cNvPicPr>
            <a:picLocks noChangeAspect="1"/>
          </p:cNvPicPr>
          <p:nvPr/>
        </p:nvPicPr>
        <p:blipFill rotWithShape="1">
          <a:blip r:embed="rId2"/>
          <a:srcRect l="6401" t="5747" r="64516" b="66499"/>
          <a:stretch/>
        </p:blipFill>
        <p:spPr>
          <a:xfrm>
            <a:off x="1800000" y="1152000"/>
            <a:ext cx="2293668" cy="1578203"/>
          </a:xfrm>
          <a:prstGeom prst="rect">
            <a:avLst/>
          </a:prstGeom>
        </p:spPr>
      </p:pic>
      <p:pic>
        <p:nvPicPr>
          <p:cNvPr id="29" name="그림 28">
            <a:extLst>
              <a:ext uri="{FF2B5EF4-FFF2-40B4-BE49-F238E27FC236}">
                <a16:creationId xmlns:a16="http://schemas.microsoft.com/office/drawing/2014/main" id="{3DCE6E4D-2D02-49F9-8BBB-EFCDCC482FDE}"/>
              </a:ext>
            </a:extLst>
          </p:cNvPr>
          <p:cNvPicPr>
            <a:picLocks noChangeAspect="1"/>
          </p:cNvPicPr>
          <p:nvPr/>
        </p:nvPicPr>
        <p:blipFill rotWithShape="1">
          <a:blip r:embed="rId2"/>
          <a:srcRect l="6401" t="68832" r="64516" b="3414"/>
          <a:stretch/>
        </p:blipFill>
        <p:spPr>
          <a:xfrm>
            <a:off x="1800000" y="2520000"/>
            <a:ext cx="2293669" cy="1578203"/>
          </a:xfrm>
          <a:prstGeom prst="rect">
            <a:avLst/>
          </a:prstGeom>
        </p:spPr>
      </p:pic>
      <p:sp>
        <p:nvSpPr>
          <p:cNvPr id="34" name="직사각형 33">
            <a:extLst>
              <a:ext uri="{FF2B5EF4-FFF2-40B4-BE49-F238E27FC236}">
                <a16:creationId xmlns:a16="http://schemas.microsoft.com/office/drawing/2014/main" id="{382C7FCF-1B5E-454C-A230-FEC0A385E699}"/>
              </a:ext>
            </a:extLst>
          </p:cNvPr>
          <p:cNvSpPr>
            <a:spLocks noChangeAspect="1"/>
          </p:cNvSpPr>
          <p:nvPr/>
        </p:nvSpPr>
        <p:spPr>
          <a:xfrm>
            <a:off x="1980129" y="-1309336"/>
            <a:ext cx="1645200" cy="977476"/>
          </a:xfrm>
          <a:prstGeom prst="rect">
            <a:avLst/>
          </a:prstGeom>
          <a:solidFill>
            <a:schemeClr val="bg1">
              <a:lumMod val="85000"/>
              <a:alpha val="5000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600" dirty="0">
              <a:solidFill>
                <a:schemeClr val="tx1"/>
              </a:solidFill>
              <a:latin typeface="Times New Roman" panose="02020603050405020304" pitchFamily="18" charset="0"/>
              <a:cs typeface="Times New Roman" panose="02020603050405020304" pitchFamily="18" charset="0"/>
            </a:endParaRPr>
          </a:p>
        </p:txBody>
      </p:sp>
      <p:sp>
        <p:nvSpPr>
          <p:cNvPr id="41" name="직사각형 40">
            <a:extLst>
              <a:ext uri="{FF2B5EF4-FFF2-40B4-BE49-F238E27FC236}">
                <a16:creationId xmlns:a16="http://schemas.microsoft.com/office/drawing/2014/main" id="{8BC43890-028A-41E2-9C3F-CA752CA59A36}"/>
              </a:ext>
            </a:extLst>
          </p:cNvPr>
          <p:cNvSpPr/>
          <p:nvPr/>
        </p:nvSpPr>
        <p:spPr>
          <a:xfrm>
            <a:off x="1728000" y="945725"/>
            <a:ext cx="1944000"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ko-KR" sz="1300" dirty="0">
                <a:solidFill>
                  <a:schemeClr val="tx1"/>
                </a:solidFill>
                <a:latin typeface="Times New Roman" panose="02020603050405020304" pitchFamily="18" charset="0"/>
                <a:cs typeface="Times New Roman" panose="02020603050405020304" pitchFamily="18" charset="0"/>
              </a:rPr>
              <a:t>Optimized material layout</a:t>
            </a:r>
            <a:endParaRPr lang="ko-KR" altLang="en-US" sz="1300" dirty="0">
              <a:solidFill>
                <a:schemeClr val="tx1"/>
              </a:solidFill>
              <a:latin typeface="Times New Roman" panose="02020603050405020304" pitchFamily="18" charset="0"/>
              <a:cs typeface="Times New Roman" panose="02020603050405020304" pitchFamily="18" charset="0"/>
            </a:endParaRPr>
          </a:p>
        </p:txBody>
      </p:sp>
      <p:sp>
        <p:nvSpPr>
          <p:cNvPr id="42" name="직사각형 41">
            <a:extLst>
              <a:ext uri="{FF2B5EF4-FFF2-40B4-BE49-F238E27FC236}">
                <a16:creationId xmlns:a16="http://schemas.microsoft.com/office/drawing/2014/main" id="{4D857ABC-0A94-4F45-8C9B-9865793C8D46}"/>
              </a:ext>
            </a:extLst>
          </p:cNvPr>
          <p:cNvSpPr/>
          <p:nvPr/>
        </p:nvSpPr>
        <p:spPr>
          <a:xfrm>
            <a:off x="1728000" y="2405790"/>
            <a:ext cx="1728000" cy="3247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ko-KR" sz="1300" dirty="0">
                <a:solidFill>
                  <a:schemeClr val="tx1"/>
                </a:solidFill>
                <a:latin typeface="Times New Roman" panose="02020603050405020304" pitchFamily="18" charset="0"/>
                <a:cs typeface="Times New Roman" panose="02020603050405020304" pitchFamily="18" charset="0"/>
              </a:rPr>
              <a:t>von Mises stress</a:t>
            </a:r>
          </a:p>
        </p:txBody>
      </p:sp>
      <p:sp>
        <p:nvSpPr>
          <p:cNvPr id="43" name="직사각형 42">
            <a:extLst>
              <a:ext uri="{FF2B5EF4-FFF2-40B4-BE49-F238E27FC236}">
                <a16:creationId xmlns:a16="http://schemas.microsoft.com/office/drawing/2014/main" id="{1A307A47-7373-470A-9B4C-471C00A93E8F}"/>
              </a:ext>
            </a:extLst>
          </p:cNvPr>
          <p:cNvSpPr/>
          <p:nvPr/>
        </p:nvSpPr>
        <p:spPr>
          <a:xfrm>
            <a:off x="1728000" y="3822216"/>
            <a:ext cx="1728000" cy="4386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ko-KR" sz="1300" dirty="0">
                <a:solidFill>
                  <a:schemeClr val="tx1"/>
                </a:solidFill>
                <a:latin typeface="Times New Roman" panose="02020603050405020304" pitchFamily="18" charset="0"/>
                <a:cs typeface="Times New Roman" panose="02020603050405020304" pitchFamily="18" charset="0"/>
              </a:rPr>
              <a:t>von Mises stress</a:t>
            </a:r>
          </a:p>
          <a:p>
            <a:pPr algn="ctr"/>
            <a:r>
              <a:rPr lang="en-US" altLang="ko-KR" sz="1300" dirty="0">
                <a:solidFill>
                  <a:schemeClr val="tx1"/>
                </a:solidFill>
                <a:latin typeface="Times New Roman" panose="02020603050405020304" pitchFamily="18" charset="0"/>
                <a:cs typeface="Times New Roman" panose="02020603050405020304" pitchFamily="18" charset="0"/>
              </a:rPr>
              <a:t>(</a:t>
            </a:r>
            <a:r>
              <a:rPr lang="en-US" altLang="ko-KR" sz="1300" dirty="0">
                <a:solidFill>
                  <a:schemeClr val="tx1"/>
                </a:solidFill>
                <a:effectLst/>
                <a:latin typeface="Times New Roman" panose="02020603050405020304" pitchFamily="18" charset="0"/>
                <a:ea typeface="바탕" panose="02030600000101010101" pitchFamily="18" charset="-127"/>
              </a:rPr>
              <a:t>40×40 mm </a:t>
            </a:r>
            <a:r>
              <a:rPr lang="en-US" altLang="ko-KR" sz="1300" dirty="0">
                <a:solidFill>
                  <a:schemeClr val="tx1"/>
                </a:solidFill>
                <a:latin typeface="Times New Roman" panose="02020603050405020304" pitchFamily="18" charset="0"/>
                <a:cs typeface="Times New Roman" panose="02020603050405020304" pitchFamily="18" charset="0"/>
              </a:rPr>
              <a:t>exclusion)</a:t>
            </a:r>
          </a:p>
        </p:txBody>
      </p:sp>
      <p:pic>
        <p:nvPicPr>
          <p:cNvPr id="2" name="그림 1">
            <a:extLst>
              <a:ext uri="{FF2B5EF4-FFF2-40B4-BE49-F238E27FC236}">
                <a16:creationId xmlns:a16="http://schemas.microsoft.com/office/drawing/2014/main" id="{0010D184-B4AB-81C2-566C-A5EA304C86F3}"/>
              </a:ext>
            </a:extLst>
          </p:cNvPr>
          <p:cNvPicPr>
            <a:picLocks noChangeAspect="1"/>
          </p:cNvPicPr>
          <p:nvPr/>
        </p:nvPicPr>
        <p:blipFill>
          <a:blip r:embed="rId3"/>
          <a:srcRect l="5208" t="13168" r="65821" b="24954"/>
          <a:stretch/>
        </p:blipFill>
        <p:spPr>
          <a:xfrm>
            <a:off x="1708162" y="-2322"/>
            <a:ext cx="1767675" cy="1004974"/>
          </a:xfrm>
          <a:prstGeom prst="rect">
            <a:avLst/>
          </a:prstGeom>
        </p:spPr>
      </p:pic>
      <p:sp>
        <p:nvSpPr>
          <p:cNvPr id="9" name="직사각형 8">
            <a:extLst>
              <a:ext uri="{FF2B5EF4-FFF2-40B4-BE49-F238E27FC236}">
                <a16:creationId xmlns:a16="http://schemas.microsoft.com/office/drawing/2014/main" id="{EB03C5FE-1F50-4F1F-B841-99AF7A121C4B}"/>
              </a:ext>
            </a:extLst>
          </p:cNvPr>
          <p:cNvSpPr/>
          <p:nvPr/>
        </p:nvSpPr>
        <p:spPr>
          <a:xfrm>
            <a:off x="274739" y="179911"/>
            <a:ext cx="1760220" cy="335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dirty="0">
                <a:solidFill>
                  <a:srgbClr val="FF0000"/>
                </a:solidFill>
                <a:latin typeface="Times New Roman" panose="02020603050405020304" pitchFamily="18" charset="0"/>
                <a:cs typeface="Times New Roman" panose="02020603050405020304" pitchFamily="18" charset="0"/>
              </a:rPr>
              <a:t>Fig. 3a</a:t>
            </a:r>
            <a:endParaRPr lang="ko-KR" altLang="en-US"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9084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그림 11">
            <a:extLst>
              <a:ext uri="{FF2B5EF4-FFF2-40B4-BE49-F238E27FC236}">
                <a16:creationId xmlns:a16="http://schemas.microsoft.com/office/drawing/2014/main" id="{139407F9-D515-4277-B241-029EA522458A}"/>
              </a:ext>
            </a:extLst>
          </p:cNvPr>
          <p:cNvPicPr>
            <a:picLocks noChangeAspect="1"/>
          </p:cNvPicPr>
          <p:nvPr/>
        </p:nvPicPr>
        <p:blipFill rotWithShape="1">
          <a:blip r:embed="rId2"/>
          <a:srcRect l="36465" t="68832" r="34453" b="3414"/>
          <a:stretch/>
        </p:blipFill>
        <p:spPr>
          <a:xfrm>
            <a:off x="1800000" y="2520000"/>
            <a:ext cx="2293668" cy="1578203"/>
          </a:xfrm>
          <a:prstGeom prst="rect">
            <a:avLst/>
          </a:prstGeom>
        </p:spPr>
      </p:pic>
      <p:pic>
        <p:nvPicPr>
          <p:cNvPr id="11" name="그림 10">
            <a:extLst>
              <a:ext uri="{FF2B5EF4-FFF2-40B4-BE49-F238E27FC236}">
                <a16:creationId xmlns:a16="http://schemas.microsoft.com/office/drawing/2014/main" id="{ABD0DFB4-C29B-4C2E-B98E-5F7FF5CB3F99}"/>
              </a:ext>
            </a:extLst>
          </p:cNvPr>
          <p:cNvPicPr>
            <a:picLocks noChangeAspect="1"/>
          </p:cNvPicPr>
          <p:nvPr/>
        </p:nvPicPr>
        <p:blipFill rotWithShape="1">
          <a:blip r:embed="rId2"/>
          <a:srcRect l="36465" t="5747" r="34453" b="66499"/>
          <a:stretch/>
        </p:blipFill>
        <p:spPr>
          <a:xfrm>
            <a:off x="1800000" y="1152000"/>
            <a:ext cx="2293668" cy="1578203"/>
          </a:xfrm>
          <a:prstGeom prst="rect">
            <a:avLst/>
          </a:prstGeom>
        </p:spPr>
      </p:pic>
      <p:sp>
        <p:nvSpPr>
          <p:cNvPr id="13" name="직사각형 12">
            <a:extLst>
              <a:ext uri="{FF2B5EF4-FFF2-40B4-BE49-F238E27FC236}">
                <a16:creationId xmlns:a16="http://schemas.microsoft.com/office/drawing/2014/main" id="{1725236B-E682-407C-AAB5-8F5B72D56481}"/>
              </a:ext>
            </a:extLst>
          </p:cNvPr>
          <p:cNvSpPr/>
          <p:nvPr/>
        </p:nvSpPr>
        <p:spPr>
          <a:xfrm>
            <a:off x="1728000" y="945725"/>
            <a:ext cx="1944000"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ko-KR" sz="1300" dirty="0">
                <a:solidFill>
                  <a:schemeClr val="tx1"/>
                </a:solidFill>
                <a:latin typeface="Times New Roman" panose="02020603050405020304" pitchFamily="18" charset="0"/>
                <a:cs typeface="Times New Roman" panose="02020603050405020304" pitchFamily="18" charset="0"/>
              </a:rPr>
              <a:t>Optimized material layout</a:t>
            </a:r>
            <a:endParaRPr lang="ko-KR" altLang="en-US" sz="1300" dirty="0">
              <a:solidFill>
                <a:schemeClr val="tx1"/>
              </a:solidFill>
              <a:latin typeface="Times New Roman" panose="02020603050405020304" pitchFamily="18" charset="0"/>
              <a:cs typeface="Times New Roman" panose="02020603050405020304" pitchFamily="18" charset="0"/>
            </a:endParaRPr>
          </a:p>
        </p:txBody>
      </p:sp>
      <p:sp>
        <p:nvSpPr>
          <p:cNvPr id="14" name="직사각형 13">
            <a:extLst>
              <a:ext uri="{FF2B5EF4-FFF2-40B4-BE49-F238E27FC236}">
                <a16:creationId xmlns:a16="http://schemas.microsoft.com/office/drawing/2014/main" id="{A45B11DA-4DBE-4C12-ADF5-6FA7FF4342F9}"/>
              </a:ext>
            </a:extLst>
          </p:cNvPr>
          <p:cNvSpPr/>
          <p:nvPr/>
        </p:nvSpPr>
        <p:spPr>
          <a:xfrm>
            <a:off x="1728000" y="2405790"/>
            <a:ext cx="1728000" cy="3247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ko-KR" sz="1300" dirty="0">
                <a:solidFill>
                  <a:schemeClr val="tx1"/>
                </a:solidFill>
                <a:latin typeface="Times New Roman" panose="02020603050405020304" pitchFamily="18" charset="0"/>
                <a:cs typeface="Times New Roman" panose="02020603050405020304" pitchFamily="18" charset="0"/>
              </a:rPr>
              <a:t>von Mises stress</a:t>
            </a:r>
          </a:p>
        </p:txBody>
      </p:sp>
      <p:sp>
        <p:nvSpPr>
          <p:cNvPr id="15" name="직사각형 14">
            <a:extLst>
              <a:ext uri="{FF2B5EF4-FFF2-40B4-BE49-F238E27FC236}">
                <a16:creationId xmlns:a16="http://schemas.microsoft.com/office/drawing/2014/main" id="{B26938AA-6A49-4921-992D-ECCD8B1259CD}"/>
              </a:ext>
            </a:extLst>
          </p:cNvPr>
          <p:cNvSpPr/>
          <p:nvPr/>
        </p:nvSpPr>
        <p:spPr>
          <a:xfrm>
            <a:off x="1728000" y="3822216"/>
            <a:ext cx="1728000" cy="4386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ko-KR" sz="1300" dirty="0">
                <a:solidFill>
                  <a:schemeClr val="tx1"/>
                </a:solidFill>
                <a:latin typeface="Times New Roman" panose="02020603050405020304" pitchFamily="18" charset="0"/>
                <a:cs typeface="Times New Roman" panose="02020603050405020304" pitchFamily="18" charset="0"/>
              </a:rPr>
              <a:t>von Mises stress</a:t>
            </a:r>
          </a:p>
          <a:p>
            <a:pPr algn="ctr"/>
            <a:r>
              <a:rPr lang="en-US" altLang="ko-KR" sz="1300" dirty="0">
                <a:solidFill>
                  <a:schemeClr val="tx1"/>
                </a:solidFill>
                <a:latin typeface="Times New Roman" panose="02020603050405020304" pitchFamily="18" charset="0"/>
                <a:cs typeface="Times New Roman" panose="02020603050405020304" pitchFamily="18" charset="0"/>
              </a:rPr>
              <a:t>(</a:t>
            </a:r>
            <a:r>
              <a:rPr lang="en-US" altLang="ko-KR" sz="1300" dirty="0">
                <a:solidFill>
                  <a:schemeClr val="tx1"/>
                </a:solidFill>
                <a:effectLst/>
                <a:latin typeface="Times New Roman" panose="02020603050405020304" pitchFamily="18" charset="0"/>
                <a:ea typeface="바탕" panose="02030600000101010101" pitchFamily="18" charset="-127"/>
              </a:rPr>
              <a:t>40×40 mm </a:t>
            </a:r>
            <a:r>
              <a:rPr lang="en-US" altLang="ko-KR" sz="1300" dirty="0">
                <a:solidFill>
                  <a:schemeClr val="tx1"/>
                </a:solidFill>
                <a:latin typeface="Times New Roman" panose="02020603050405020304" pitchFamily="18" charset="0"/>
                <a:cs typeface="Times New Roman" panose="02020603050405020304" pitchFamily="18" charset="0"/>
              </a:rPr>
              <a:t>exclusion)</a:t>
            </a:r>
          </a:p>
        </p:txBody>
      </p:sp>
      <p:pic>
        <p:nvPicPr>
          <p:cNvPr id="3" name="그림 2">
            <a:extLst>
              <a:ext uri="{FF2B5EF4-FFF2-40B4-BE49-F238E27FC236}">
                <a16:creationId xmlns:a16="http://schemas.microsoft.com/office/drawing/2014/main" id="{53DC0023-0C89-7CFF-C2F2-A17BFA730FB6}"/>
              </a:ext>
            </a:extLst>
          </p:cNvPr>
          <p:cNvPicPr>
            <a:picLocks noChangeAspect="1"/>
          </p:cNvPicPr>
          <p:nvPr/>
        </p:nvPicPr>
        <p:blipFill>
          <a:blip r:embed="rId3"/>
          <a:srcRect l="36083" t="13168" r="35443" b="24954"/>
          <a:stretch/>
        </p:blipFill>
        <p:spPr>
          <a:xfrm>
            <a:off x="1744980" y="-17743"/>
            <a:ext cx="1737360" cy="1004974"/>
          </a:xfrm>
          <a:prstGeom prst="rect">
            <a:avLst/>
          </a:prstGeom>
        </p:spPr>
      </p:pic>
      <p:sp>
        <p:nvSpPr>
          <p:cNvPr id="9" name="직사각형 8">
            <a:extLst>
              <a:ext uri="{FF2B5EF4-FFF2-40B4-BE49-F238E27FC236}">
                <a16:creationId xmlns:a16="http://schemas.microsoft.com/office/drawing/2014/main" id="{CC4E412C-18B9-4DA6-81DC-0BF418252921}"/>
              </a:ext>
            </a:extLst>
          </p:cNvPr>
          <p:cNvSpPr/>
          <p:nvPr/>
        </p:nvSpPr>
        <p:spPr>
          <a:xfrm>
            <a:off x="274739" y="179911"/>
            <a:ext cx="1760220" cy="335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dirty="0">
                <a:solidFill>
                  <a:srgbClr val="FF0000"/>
                </a:solidFill>
                <a:latin typeface="Times New Roman" panose="02020603050405020304" pitchFamily="18" charset="0"/>
                <a:cs typeface="Times New Roman" panose="02020603050405020304" pitchFamily="18" charset="0"/>
              </a:rPr>
              <a:t>Fig. 3b</a:t>
            </a:r>
            <a:endParaRPr lang="ko-KR" altLang="en-US"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8504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그림 9">
            <a:extLst>
              <a:ext uri="{FF2B5EF4-FFF2-40B4-BE49-F238E27FC236}">
                <a16:creationId xmlns:a16="http://schemas.microsoft.com/office/drawing/2014/main" id="{E9B71F4F-E4A0-4710-8FD5-AC804B1177B0}"/>
              </a:ext>
            </a:extLst>
          </p:cNvPr>
          <p:cNvPicPr>
            <a:picLocks noChangeAspect="1"/>
          </p:cNvPicPr>
          <p:nvPr/>
        </p:nvPicPr>
        <p:blipFill rotWithShape="1">
          <a:blip r:embed="rId2"/>
          <a:srcRect l="66628" t="68832" r="4289" b="3414"/>
          <a:stretch/>
        </p:blipFill>
        <p:spPr>
          <a:xfrm>
            <a:off x="1800000" y="2520000"/>
            <a:ext cx="2293668" cy="1578203"/>
          </a:xfrm>
          <a:prstGeom prst="rect">
            <a:avLst/>
          </a:prstGeom>
        </p:spPr>
      </p:pic>
      <p:pic>
        <p:nvPicPr>
          <p:cNvPr id="9" name="그림 8">
            <a:extLst>
              <a:ext uri="{FF2B5EF4-FFF2-40B4-BE49-F238E27FC236}">
                <a16:creationId xmlns:a16="http://schemas.microsoft.com/office/drawing/2014/main" id="{0C268801-0619-4D5B-9393-45F3F5702F4C}"/>
              </a:ext>
            </a:extLst>
          </p:cNvPr>
          <p:cNvPicPr>
            <a:picLocks noChangeAspect="1"/>
          </p:cNvPicPr>
          <p:nvPr/>
        </p:nvPicPr>
        <p:blipFill rotWithShape="1">
          <a:blip r:embed="rId2"/>
          <a:srcRect l="66628" t="5747" r="4289" b="66499"/>
          <a:stretch/>
        </p:blipFill>
        <p:spPr>
          <a:xfrm>
            <a:off x="1800000" y="1152000"/>
            <a:ext cx="2293668" cy="1578203"/>
          </a:xfrm>
          <a:prstGeom prst="rect">
            <a:avLst/>
          </a:prstGeom>
        </p:spPr>
      </p:pic>
      <p:sp>
        <p:nvSpPr>
          <p:cNvPr id="8" name="직사각형 7">
            <a:extLst>
              <a:ext uri="{FF2B5EF4-FFF2-40B4-BE49-F238E27FC236}">
                <a16:creationId xmlns:a16="http://schemas.microsoft.com/office/drawing/2014/main" id="{6A84A113-F242-4C3E-8480-DB7266A2D008}"/>
              </a:ext>
            </a:extLst>
          </p:cNvPr>
          <p:cNvSpPr/>
          <p:nvPr/>
        </p:nvSpPr>
        <p:spPr>
          <a:xfrm>
            <a:off x="1728000" y="945725"/>
            <a:ext cx="1944000"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ko-KR" sz="1300" dirty="0">
                <a:solidFill>
                  <a:schemeClr val="tx1"/>
                </a:solidFill>
                <a:latin typeface="Times New Roman" panose="02020603050405020304" pitchFamily="18" charset="0"/>
                <a:cs typeface="Times New Roman" panose="02020603050405020304" pitchFamily="18" charset="0"/>
              </a:rPr>
              <a:t>Optimized material layout</a:t>
            </a:r>
            <a:endParaRPr lang="ko-KR" altLang="en-US" sz="1300" dirty="0">
              <a:solidFill>
                <a:schemeClr val="tx1"/>
              </a:solidFill>
              <a:latin typeface="Times New Roman" panose="02020603050405020304" pitchFamily="18" charset="0"/>
              <a:cs typeface="Times New Roman" panose="02020603050405020304" pitchFamily="18" charset="0"/>
            </a:endParaRPr>
          </a:p>
        </p:txBody>
      </p:sp>
      <p:sp>
        <p:nvSpPr>
          <p:cNvPr id="11" name="직사각형 10">
            <a:extLst>
              <a:ext uri="{FF2B5EF4-FFF2-40B4-BE49-F238E27FC236}">
                <a16:creationId xmlns:a16="http://schemas.microsoft.com/office/drawing/2014/main" id="{191AC7E8-C0DF-4CFE-8B62-665D7673C2F7}"/>
              </a:ext>
            </a:extLst>
          </p:cNvPr>
          <p:cNvSpPr/>
          <p:nvPr/>
        </p:nvSpPr>
        <p:spPr>
          <a:xfrm>
            <a:off x="1728000" y="2405790"/>
            <a:ext cx="1728000" cy="3247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ko-KR" sz="1300" dirty="0">
                <a:solidFill>
                  <a:schemeClr val="tx1"/>
                </a:solidFill>
                <a:latin typeface="Times New Roman" panose="02020603050405020304" pitchFamily="18" charset="0"/>
                <a:cs typeface="Times New Roman" panose="02020603050405020304" pitchFamily="18" charset="0"/>
              </a:rPr>
              <a:t>von Mises stress</a:t>
            </a:r>
          </a:p>
        </p:txBody>
      </p:sp>
      <p:sp>
        <p:nvSpPr>
          <p:cNvPr id="12" name="직사각형 11">
            <a:extLst>
              <a:ext uri="{FF2B5EF4-FFF2-40B4-BE49-F238E27FC236}">
                <a16:creationId xmlns:a16="http://schemas.microsoft.com/office/drawing/2014/main" id="{B00FD532-F82D-42C9-957E-75E10B7E6FE7}"/>
              </a:ext>
            </a:extLst>
          </p:cNvPr>
          <p:cNvSpPr/>
          <p:nvPr/>
        </p:nvSpPr>
        <p:spPr>
          <a:xfrm>
            <a:off x="1728000" y="3822216"/>
            <a:ext cx="1728000" cy="4386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ko-KR" sz="1300" dirty="0">
                <a:solidFill>
                  <a:schemeClr val="tx1"/>
                </a:solidFill>
                <a:latin typeface="Times New Roman" panose="02020603050405020304" pitchFamily="18" charset="0"/>
                <a:cs typeface="Times New Roman" panose="02020603050405020304" pitchFamily="18" charset="0"/>
              </a:rPr>
              <a:t>von Mises stress</a:t>
            </a:r>
          </a:p>
          <a:p>
            <a:pPr algn="ctr"/>
            <a:r>
              <a:rPr lang="en-US" altLang="ko-KR" sz="1300" dirty="0">
                <a:solidFill>
                  <a:schemeClr val="tx1"/>
                </a:solidFill>
                <a:latin typeface="Times New Roman" panose="02020603050405020304" pitchFamily="18" charset="0"/>
                <a:cs typeface="Times New Roman" panose="02020603050405020304" pitchFamily="18" charset="0"/>
              </a:rPr>
              <a:t>(</a:t>
            </a:r>
            <a:r>
              <a:rPr lang="en-US" altLang="ko-KR" sz="1300" dirty="0">
                <a:solidFill>
                  <a:schemeClr val="tx1"/>
                </a:solidFill>
                <a:effectLst/>
                <a:latin typeface="Times New Roman" panose="02020603050405020304" pitchFamily="18" charset="0"/>
                <a:ea typeface="바탕" panose="02030600000101010101" pitchFamily="18" charset="-127"/>
              </a:rPr>
              <a:t>40×40 mm </a:t>
            </a:r>
            <a:r>
              <a:rPr lang="en-US" altLang="ko-KR" sz="1300" dirty="0">
                <a:solidFill>
                  <a:schemeClr val="tx1"/>
                </a:solidFill>
                <a:latin typeface="Times New Roman" panose="02020603050405020304" pitchFamily="18" charset="0"/>
                <a:cs typeface="Times New Roman" panose="02020603050405020304" pitchFamily="18" charset="0"/>
              </a:rPr>
              <a:t>exclusion)</a:t>
            </a:r>
          </a:p>
        </p:txBody>
      </p:sp>
      <p:pic>
        <p:nvPicPr>
          <p:cNvPr id="2" name="그림 1">
            <a:extLst>
              <a:ext uri="{FF2B5EF4-FFF2-40B4-BE49-F238E27FC236}">
                <a16:creationId xmlns:a16="http://schemas.microsoft.com/office/drawing/2014/main" id="{49F10BD5-7B5B-C9B3-DBC3-FF903A49C20B}"/>
              </a:ext>
            </a:extLst>
          </p:cNvPr>
          <p:cNvPicPr>
            <a:picLocks noChangeAspect="1"/>
          </p:cNvPicPr>
          <p:nvPr/>
        </p:nvPicPr>
        <p:blipFill>
          <a:blip r:embed="rId3"/>
          <a:srcRect l="66680" t="13168" r="4846" b="24954"/>
          <a:stretch/>
        </p:blipFill>
        <p:spPr>
          <a:xfrm>
            <a:off x="1760220" y="-17743"/>
            <a:ext cx="1737360" cy="1004974"/>
          </a:xfrm>
          <a:prstGeom prst="rect">
            <a:avLst/>
          </a:prstGeom>
        </p:spPr>
      </p:pic>
      <p:sp>
        <p:nvSpPr>
          <p:cNvPr id="14" name="직사각형 13">
            <a:extLst>
              <a:ext uri="{FF2B5EF4-FFF2-40B4-BE49-F238E27FC236}">
                <a16:creationId xmlns:a16="http://schemas.microsoft.com/office/drawing/2014/main" id="{A56C8401-F281-4FD8-92A4-813694A1F348}"/>
              </a:ext>
            </a:extLst>
          </p:cNvPr>
          <p:cNvSpPr/>
          <p:nvPr/>
        </p:nvSpPr>
        <p:spPr>
          <a:xfrm>
            <a:off x="274739" y="179911"/>
            <a:ext cx="1760220" cy="335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dirty="0">
                <a:solidFill>
                  <a:srgbClr val="FF0000"/>
                </a:solidFill>
                <a:latin typeface="Times New Roman" panose="02020603050405020304" pitchFamily="18" charset="0"/>
                <a:cs typeface="Times New Roman" panose="02020603050405020304" pitchFamily="18" charset="0"/>
              </a:rPr>
              <a:t>Fig. 3c</a:t>
            </a:r>
            <a:endParaRPr lang="ko-KR" altLang="en-US"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7411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그림 12">
            <a:extLst>
              <a:ext uri="{FF2B5EF4-FFF2-40B4-BE49-F238E27FC236}">
                <a16:creationId xmlns:a16="http://schemas.microsoft.com/office/drawing/2014/main" id="{FBE887AD-9644-4E86-B031-79ADF7A5134D}"/>
              </a:ext>
            </a:extLst>
          </p:cNvPr>
          <p:cNvPicPr>
            <a:picLocks noChangeAspect="1"/>
          </p:cNvPicPr>
          <p:nvPr/>
        </p:nvPicPr>
        <p:blipFill>
          <a:blip r:embed="rId2"/>
          <a:srcRect t="5469" r="52808" b="57330"/>
          <a:stretch/>
        </p:blipFill>
        <p:spPr>
          <a:xfrm>
            <a:off x="-14286" y="2700000"/>
            <a:ext cx="3564585" cy="1282700"/>
          </a:xfrm>
          <a:prstGeom prst="rect">
            <a:avLst/>
          </a:prstGeom>
        </p:spPr>
      </p:pic>
      <p:pic>
        <p:nvPicPr>
          <p:cNvPr id="11" name="그림 10">
            <a:extLst>
              <a:ext uri="{FF2B5EF4-FFF2-40B4-BE49-F238E27FC236}">
                <a16:creationId xmlns:a16="http://schemas.microsoft.com/office/drawing/2014/main" id="{54EDB3C1-A837-4515-B64C-949D6F544C5A}"/>
              </a:ext>
            </a:extLst>
          </p:cNvPr>
          <p:cNvPicPr preferRelativeResize="0">
            <a:picLocks/>
          </p:cNvPicPr>
          <p:nvPr/>
        </p:nvPicPr>
        <p:blipFill rotWithShape="1">
          <a:blip r:embed="rId3"/>
          <a:srcRect l="13098" t="29244" r="9449" b="44767"/>
          <a:stretch/>
        </p:blipFill>
        <p:spPr>
          <a:xfrm>
            <a:off x="11905" y="1908000"/>
            <a:ext cx="2890800" cy="712800"/>
          </a:xfrm>
          <a:prstGeom prst="rect">
            <a:avLst/>
          </a:prstGeom>
        </p:spPr>
      </p:pic>
      <p:grpSp>
        <p:nvGrpSpPr>
          <p:cNvPr id="4" name="그룹 3">
            <a:extLst>
              <a:ext uri="{FF2B5EF4-FFF2-40B4-BE49-F238E27FC236}">
                <a16:creationId xmlns:a16="http://schemas.microsoft.com/office/drawing/2014/main" id="{7D095F6D-B1C4-4664-8331-654F266B7AD1}"/>
              </a:ext>
            </a:extLst>
          </p:cNvPr>
          <p:cNvGrpSpPr/>
          <p:nvPr/>
        </p:nvGrpSpPr>
        <p:grpSpPr>
          <a:xfrm>
            <a:off x="-36144" y="495300"/>
            <a:ext cx="3606206" cy="804169"/>
            <a:chOff x="-36144" y="495300"/>
            <a:chExt cx="3606206" cy="804169"/>
          </a:xfrm>
        </p:grpSpPr>
        <p:sp>
          <p:nvSpPr>
            <p:cNvPr id="15" name="직사각형 14">
              <a:extLst>
                <a:ext uri="{FF2B5EF4-FFF2-40B4-BE49-F238E27FC236}">
                  <a16:creationId xmlns:a16="http://schemas.microsoft.com/office/drawing/2014/main" id="{36704500-3A8D-4842-8F07-0607BAFC7AF2}"/>
                </a:ext>
              </a:extLst>
            </p:cNvPr>
            <p:cNvSpPr/>
            <p:nvPr/>
          </p:nvSpPr>
          <p:spPr>
            <a:xfrm>
              <a:off x="11905" y="495300"/>
              <a:ext cx="2890800" cy="712800"/>
            </a:xfrm>
            <a:prstGeom prst="rect">
              <a:avLst/>
            </a:prstGeom>
            <a:solidFill>
              <a:schemeClr val="bg1">
                <a:lumMod val="85000"/>
              </a:schemeClr>
            </a:solid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dirty="0"/>
            </a:p>
          </p:txBody>
        </p:sp>
        <p:sp>
          <p:nvSpPr>
            <p:cNvPr id="19" name="이등변 삼각형 18">
              <a:extLst>
                <a:ext uri="{FF2B5EF4-FFF2-40B4-BE49-F238E27FC236}">
                  <a16:creationId xmlns:a16="http://schemas.microsoft.com/office/drawing/2014/main" id="{AFD55475-82C0-48FD-85E2-B36656F4AB2C}"/>
                </a:ext>
              </a:extLst>
            </p:cNvPr>
            <p:cNvSpPr>
              <a:spLocks noChangeAspect="1"/>
            </p:cNvSpPr>
            <p:nvPr/>
          </p:nvSpPr>
          <p:spPr>
            <a:xfrm>
              <a:off x="-36144" y="1209624"/>
              <a:ext cx="96098" cy="72000"/>
            </a:xfrm>
            <a:prstGeom prst="triangle">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grpSp>
          <p:nvGrpSpPr>
            <p:cNvPr id="2" name="그룹 1">
              <a:extLst>
                <a:ext uri="{FF2B5EF4-FFF2-40B4-BE49-F238E27FC236}">
                  <a16:creationId xmlns:a16="http://schemas.microsoft.com/office/drawing/2014/main" id="{DDAD370F-0DCB-4FC4-8E5B-6CA0AC16EAE3}"/>
                </a:ext>
              </a:extLst>
            </p:cNvPr>
            <p:cNvGrpSpPr/>
            <p:nvPr/>
          </p:nvGrpSpPr>
          <p:grpSpPr>
            <a:xfrm>
              <a:off x="2848705" y="1209610"/>
              <a:ext cx="108000" cy="89859"/>
              <a:chOff x="7750537" y="4748541"/>
              <a:chExt cx="108000" cy="89859"/>
            </a:xfrm>
          </p:grpSpPr>
          <p:sp>
            <p:nvSpPr>
              <p:cNvPr id="20" name="이등변 삼각형 19">
                <a:extLst>
                  <a:ext uri="{FF2B5EF4-FFF2-40B4-BE49-F238E27FC236}">
                    <a16:creationId xmlns:a16="http://schemas.microsoft.com/office/drawing/2014/main" id="{E48AA113-DEF9-4E05-9501-59FE0ECECD2C}"/>
                  </a:ext>
                </a:extLst>
              </p:cNvPr>
              <p:cNvSpPr>
                <a:spLocks noChangeAspect="1"/>
              </p:cNvSpPr>
              <p:nvPr/>
            </p:nvSpPr>
            <p:spPr>
              <a:xfrm>
                <a:off x="7756799" y="4748541"/>
                <a:ext cx="96098" cy="72000"/>
              </a:xfrm>
              <a:prstGeom prst="triangle">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cxnSp>
            <p:nvCxnSpPr>
              <p:cNvPr id="21" name="직선 연결선 20">
                <a:extLst>
                  <a:ext uri="{FF2B5EF4-FFF2-40B4-BE49-F238E27FC236}">
                    <a16:creationId xmlns:a16="http://schemas.microsoft.com/office/drawing/2014/main" id="{C7390DD1-CC12-411F-8079-0DDE606B7E4C}"/>
                  </a:ext>
                </a:extLst>
              </p:cNvPr>
              <p:cNvCxnSpPr>
                <a:cxnSpLocks/>
              </p:cNvCxnSpPr>
              <p:nvPr/>
            </p:nvCxnSpPr>
            <p:spPr>
              <a:xfrm>
                <a:off x="7750537" y="4838400"/>
                <a:ext cx="108000" cy="0"/>
              </a:xfrm>
              <a:prstGeom prst="line">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cxnSp>
        </p:grpSp>
        <p:cxnSp>
          <p:nvCxnSpPr>
            <p:cNvPr id="22" name="직선 화살표 연결선 21">
              <a:extLst>
                <a:ext uri="{FF2B5EF4-FFF2-40B4-BE49-F238E27FC236}">
                  <a16:creationId xmlns:a16="http://schemas.microsoft.com/office/drawing/2014/main" id="{EAC1846D-5556-4811-84A9-49F69DC98CC4}"/>
                </a:ext>
              </a:extLst>
            </p:cNvPr>
            <p:cNvCxnSpPr>
              <a:cxnSpLocks/>
            </p:cNvCxnSpPr>
            <p:nvPr/>
          </p:nvCxnSpPr>
          <p:spPr>
            <a:xfrm flipV="1">
              <a:off x="14286"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sp>
          <p:nvSpPr>
            <p:cNvPr id="23" name="직사각형 22">
              <a:extLst>
                <a:ext uri="{FF2B5EF4-FFF2-40B4-BE49-F238E27FC236}">
                  <a16:creationId xmlns:a16="http://schemas.microsoft.com/office/drawing/2014/main" id="{7EDC7E82-E04F-4F2A-8B21-8A5167A1E0BB}"/>
                </a:ext>
              </a:extLst>
            </p:cNvPr>
            <p:cNvSpPr/>
            <p:nvPr/>
          </p:nvSpPr>
          <p:spPr>
            <a:xfrm>
              <a:off x="11905" y="1154100"/>
              <a:ext cx="2890800" cy="54000"/>
            </a:xfrm>
            <a:prstGeom prst="rect">
              <a:avLst/>
            </a:prstGeom>
            <a:solidFill>
              <a:schemeClr val="tx1">
                <a:lumMod val="50000"/>
                <a:lumOff val="50000"/>
              </a:schemeClr>
            </a:solidFill>
            <a:ln w="635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dirty="0"/>
            </a:p>
          </p:txBody>
        </p:sp>
        <p:cxnSp>
          <p:nvCxnSpPr>
            <p:cNvPr id="25" name="직선 화살표 연결선 24">
              <a:extLst>
                <a:ext uri="{FF2B5EF4-FFF2-40B4-BE49-F238E27FC236}">
                  <a16:creationId xmlns:a16="http://schemas.microsoft.com/office/drawing/2014/main" id="{D79B4945-BB10-4FFF-A92A-7D7BF848DAD1}"/>
                </a:ext>
              </a:extLst>
            </p:cNvPr>
            <p:cNvCxnSpPr>
              <a:cxnSpLocks/>
            </p:cNvCxnSpPr>
            <p:nvPr/>
          </p:nvCxnSpPr>
          <p:spPr>
            <a:xfrm flipV="1">
              <a:off x="2903497"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26" name="직선 화살표 연결선 25">
              <a:extLst>
                <a:ext uri="{FF2B5EF4-FFF2-40B4-BE49-F238E27FC236}">
                  <a16:creationId xmlns:a16="http://schemas.microsoft.com/office/drawing/2014/main" id="{748D9DFD-10F6-43C8-863C-343AE8203B57}"/>
                </a:ext>
              </a:extLst>
            </p:cNvPr>
            <p:cNvCxnSpPr>
              <a:cxnSpLocks/>
            </p:cNvCxnSpPr>
            <p:nvPr/>
          </p:nvCxnSpPr>
          <p:spPr>
            <a:xfrm flipV="1">
              <a:off x="161885"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27" name="직선 화살표 연결선 26">
              <a:extLst>
                <a:ext uri="{FF2B5EF4-FFF2-40B4-BE49-F238E27FC236}">
                  <a16:creationId xmlns:a16="http://schemas.microsoft.com/office/drawing/2014/main" id="{5539A52E-2469-4711-82BF-D52FC5916A9A}"/>
                </a:ext>
              </a:extLst>
            </p:cNvPr>
            <p:cNvCxnSpPr>
              <a:cxnSpLocks/>
            </p:cNvCxnSpPr>
            <p:nvPr/>
          </p:nvCxnSpPr>
          <p:spPr>
            <a:xfrm flipV="1">
              <a:off x="324000"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28" name="직선 화살표 연결선 27">
              <a:extLst>
                <a:ext uri="{FF2B5EF4-FFF2-40B4-BE49-F238E27FC236}">
                  <a16:creationId xmlns:a16="http://schemas.microsoft.com/office/drawing/2014/main" id="{67B237BD-FD56-4EF0-8DB4-ED0F01D95CF6}"/>
                </a:ext>
              </a:extLst>
            </p:cNvPr>
            <p:cNvCxnSpPr>
              <a:cxnSpLocks/>
            </p:cNvCxnSpPr>
            <p:nvPr/>
          </p:nvCxnSpPr>
          <p:spPr>
            <a:xfrm flipV="1">
              <a:off x="476400"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29" name="직선 화살표 연결선 28">
              <a:extLst>
                <a:ext uri="{FF2B5EF4-FFF2-40B4-BE49-F238E27FC236}">
                  <a16:creationId xmlns:a16="http://schemas.microsoft.com/office/drawing/2014/main" id="{D44325CA-3789-4179-A025-CFDA4273B8A0}"/>
                </a:ext>
              </a:extLst>
            </p:cNvPr>
            <p:cNvCxnSpPr>
              <a:cxnSpLocks/>
            </p:cNvCxnSpPr>
            <p:nvPr/>
          </p:nvCxnSpPr>
          <p:spPr>
            <a:xfrm flipV="1">
              <a:off x="628800"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30" name="직선 화살표 연결선 29">
              <a:extLst>
                <a:ext uri="{FF2B5EF4-FFF2-40B4-BE49-F238E27FC236}">
                  <a16:creationId xmlns:a16="http://schemas.microsoft.com/office/drawing/2014/main" id="{130BDCE3-42F9-40EA-9A4F-227F881C63CE}"/>
                </a:ext>
              </a:extLst>
            </p:cNvPr>
            <p:cNvCxnSpPr>
              <a:cxnSpLocks/>
            </p:cNvCxnSpPr>
            <p:nvPr/>
          </p:nvCxnSpPr>
          <p:spPr>
            <a:xfrm flipV="1">
              <a:off x="781200"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31" name="직선 화살표 연결선 30">
              <a:extLst>
                <a:ext uri="{FF2B5EF4-FFF2-40B4-BE49-F238E27FC236}">
                  <a16:creationId xmlns:a16="http://schemas.microsoft.com/office/drawing/2014/main" id="{395945E6-4EAB-4E15-9CB3-D1021772672D}"/>
                </a:ext>
              </a:extLst>
            </p:cNvPr>
            <p:cNvCxnSpPr>
              <a:cxnSpLocks/>
            </p:cNvCxnSpPr>
            <p:nvPr/>
          </p:nvCxnSpPr>
          <p:spPr>
            <a:xfrm flipV="1">
              <a:off x="933600"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32" name="직선 화살표 연결선 31">
              <a:extLst>
                <a:ext uri="{FF2B5EF4-FFF2-40B4-BE49-F238E27FC236}">
                  <a16:creationId xmlns:a16="http://schemas.microsoft.com/office/drawing/2014/main" id="{EDED55A8-B6E3-4FF3-B8CF-BF4C03F9498D}"/>
                </a:ext>
              </a:extLst>
            </p:cNvPr>
            <p:cNvCxnSpPr>
              <a:cxnSpLocks/>
            </p:cNvCxnSpPr>
            <p:nvPr/>
          </p:nvCxnSpPr>
          <p:spPr>
            <a:xfrm flipV="1">
              <a:off x="1086000"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33" name="직선 화살표 연결선 32">
              <a:extLst>
                <a:ext uri="{FF2B5EF4-FFF2-40B4-BE49-F238E27FC236}">
                  <a16:creationId xmlns:a16="http://schemas.microsoft.com/office/drawing/2014/main" id="{F41569C7-6C9D-4248-818C-47C5133C3A62}"/>
                </a:ext>
              </a:extLst>
            </p:cNvPr>
            <p:cNvCxnSpPr>
              <a:cxnSpLocks/>
            </p:cNvCxnSpPr>
            <p:nvPr/>
          </p:nvCxnSpPr>
          <p:spPr>
            <a:xfrm flipV="1">
              <a:off x="1238400"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34" name="직선 화살표 연결선 33">
              <a:extLst>
                <a:ext uri="{FF2B5EF4-FFF2-40B4-BE49-F238E27FC236}">
                  <a16:creationId xmlns:a16="http://schemas.microsoft.com/office/drawing/2014/main" id="{27029B7E-F5B0-40F6-BE8B-E532DDE90238}"/>
                </a:ext>
              </a:extLst>
            </p:cNvPr>
            <p:cNvCxnSpPr>
              <a:cxnSpLocks/>
            </p:cNvCxnSpPr>
            <p:nvPr/>
          </p:nvCxnSpPr>
          <p:spPr>
            <a:xfrm flipV="1">
              <a:off x="1390800"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35" name="직선 화살표 연결선 34">
              <a:extLst>
                <a:ext uri="{FF2B5EF4-FFF2-40B4-BE49-F238E27FC236}">
                  <a16:creationId xmlns:a16="http://schemas.microsoft.com/office/drawing/2014/main" id="{ED30254D-2E4C-4BCC-B2D4-45E33D2589A8}"/>
                </a:ext>
              </a:extLst>
            </p:cNvPr>
            <p:cNvCxnSpPr>
              <a:cxnSpLocks/>
            </p:cNvCxnSpPr>
            <p:nvPr/>
          </p:nvCxnSpPr>
          <p:spPr>
            <a:xfrm flipV="1">
              <a:off x="1543200"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36" name="직선 화살표 연결선 35">
              <a:extLst>
                <a:ext uri="{FF2B5EF4-FFF2-40B4-BE49-F238E27FC236}">
                  <a16:creationId xmlns:a16="http://schemas.microsoft.com/office/drawing/2014/main" id="{CE7E5178-1434-44AD-9D11-6DA6B8A9F635}"/>
                </a:ext>
              </a:extLst>
            </p:cNvPr>
            <p:cNvCxnSpPr>
              <a:cxnSpLocks/>
            </p:cNvCxnSpPr>
            <p:nvPr/>
          </p:nvCxnSpPr>
          <p:spPr>
            <a:xfrm flipV="1">
              <a:off x="1695600"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37" name="직선 화살표 연결선 36">
              <a:extLst>
                <a:ext uri="{FF2B5EF4-FFF2-40B4-BE49-F238E27FC236}">
                  <a16:creationId xmlns:a16="http://schemas.microsoft.com/office/drawing/2014/main" id="{0DF6C9C1-808C-4E55-BBBB-180260B5746F}"/>
                </a:ext>
              </a:extLst>
            </p:cNvPr>
            <p:cNvCxnSpPr>
              <a:cxnSpLocks/>
            </p:cNvCxnSpPr>
            <p:nvPr/>
          </p:nvCxnSpPr>
          <p:spPr>
            <a:xfrm flipV="1">
              <a:off x="1848000"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38" name="직선 화살표 연결선 37">
              <a:extLst>
                <a:ext uri="{FF2B5EF4-FFF2-40B4-BE49-F238E27FC236}">
                  <a16:creationId xmlns:a16="http://schemas.microsoft.com/office/drawing/2014/main" id="{48A223CF-2F32-4F4C-8A5F-906860F19A22}"/>
                </a:ext>
              </a:extLst>
            </p:cNvPr>
            <p:cNvCxnSpPr>
              <a:cxnSpLocks/>
            </p:cNvCxnSpPr>
            <p:nvPr/>
          </p:nvCxnSpPr>
          <p:spPr>
            <a:xfrm flipV="1">
              <a:off x="2000400"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39" name="직선 화살표 연결선 38">
              <a:extLst>
                <a:ext uri="{FF2B5EF4-FFF2-40B4-BE49-F238E27FC236}">
                  <a16:creationId xmlns:a16="http://schemas.microsoft.com/office/drawing/2014/main" id="{C55450FD-C5AA-4D36-A602-44F6C1E121FF}"/>
                </a:ext>
              </a:extLst>
            </p:cNvPr>
            <p:cNvCxnSpPr>
              <a:cxnSpLocks/>
            </p:cNvCxnSpPr>
            <p:nvPr/>
          </p:nvCxnSpPr>
          <p:spPr>
            <a:xfrm flipV="1">
              <a:off x="2152800"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40" name="직선 화살표 연결선 39">
              <a:extLst>
                <a:ext uri="{FF2B5EF4-FFF2-40B4-BE49-F238E27FC236}">
                  <a16:creationId xmlns:a16="http://schemas.microsoft.com/office/drawing/2014/main" id="{E93CF98E-F611-48D3-AB36-DEEB94AB6641}"/>
                </a:ext>
              </a:extLst>
            </p:cNvPr>
            <p:cNvCxnSpPr>
              <a:cxnSpLocks/>
            </p:cNvCxnSpPr>
            <p:nvPr/>
          </p:nvCxnSpPr>
          <p:spPr>
            <a:xfrm flipV="1">
              <a:off x="2305200"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41" name="직선 화살표 연결선 40">
              <a:extLst>
                <a:ext uri="{FF2B5EF4-FFF2-40B4-BE49-F238E27FC236}">
                  <a16:creationId xmlns:a16="http://schemas.microsoft.com/office/drawing/2014/main" id="{62BBD686-2480-4007-A169-F27A505B135F}"/>
                </a:ext>
              </a:extLst>
            </p:cNvPr>
            <p:cNvCxnSpPr>
              <a:cxnSpLocks/>
            </p:cNvCxnSpPr>
            <p:nvPr/>
          </p:nvCxnSpPr>
          <p:spPr>
            <a:xfrm flipV="1">
              <a:off x="2457600"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42" name="직선 화살표 연결선 41">
              <a:extLst>
                <a:ext uri="{FF2B5EF4-FFF2-40B4-BE49-F238E27FC236}">
                  <a16:creationId xmlns:a16="http://schemas.microsoft.com/office/drawing/2014/main" id="{3BFF32E4-2385-4F13-9A29-D6C0921711BE}"/>
                </a:ext>
              </a:extLst>
            </p:cNvPr>
            <p:cNvCxnSpPr>
              <a:cxnSpLocks/>
            </p:cNvCxnSpPr>
            <p:nvPr/>
          </p:nvCxnSpPr>
          <p:spPr>
            <a:xfrm flipV="1">
              <a:off x="2610000"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43" name="직선 화살표 연결선 42">
              <a:extLst>
                <a:ext uri="{FF2B5EF4-FFF2-40B4-BE49-F238E27FC236}">
                  <a16:creationId xmlns:a16="http://schemas.microsoft.com/office/drawing/2014/main" id="{FDF1D8CE-7202-491D-9C76-8515D1BD9BF8}"/>
                </a:ext>
              </a:extLst>
            </p:cNvPr>
            <p:cNvCxnSpPr>
              <a:cxnSpLocks/>
            </p:cNvCxnSpPr>
            <p:nvPr/>
          </p:nvCxnSpPr>
          <p:spPr>
            <a:xfrm flipV="1">
              <a:off x="2762400"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44" name="직선 화살표 연결선 43">
              <a:extLst>
                <a:ext uri="{FF2B5EF4-FFF2-40B4-BE49-F238E27FC236}">
                  <a16:creationId xmlns:a16="http://schemas.microsoft.com/office/drawing/2014/main" id="{229A23E9-D081-447D-BDE1-9F5A94BE304A}"/>
                </a:ext>
              </a:extLst>
            </p:cNvPr>
            <p:cNvCxnSpPr>
              <a:cxnSpLocks/>
            </p:cNvCxnSpPr>
            <p:nvPr/>
          </p:nvCxnSpPr>
          <p:spPr>
            <a:xfrm flipH="1" flipV="1">
              <a:off x="11905" y="971276"/>
              <a:ext cx="2890800" cy="7609"/>
            </a:xfrm>
            <a:prstGeom prst="straightConnector1">
              <a:avLst/>
            </a:prstGeom>
            <a:ln w="9525">
              <a:solidFill>
                <a:schemeClr val="tx1"/>
              </a:solidFill>
              <a:headEnd type="none" w="sm" len="sm"/>
              <a:tailEnd type="none" w="sm" len="sm"/>
            </a:ln>
          </p:spPr>
          <p:style>
            <a:lnRef idx="1">
              <a:schemeClr val="dk1"/>
            </a:lnRef>
            <a:fillRef idx="0">
              <a:schemeClr val="dk1"/>
            </a:fillRef>
            <a:effectRef idx="0">
              <a:schemeClr val="dk1"/>
            </a:effectRef>
            <a:fontRef idx="minor">
              <a:schemeClr val="tx1"/>
            </a:fontRef>
          </p:style>
        </p:cxnSp>
        <p:sp>
          <p:nvSpPr>
            <p:cNvPr id="45" name="직사각형 44">
              <a:extLst>
                <a:ext uri="{FF2B5EF4-FFF2-40B4-BE49-F238E27FC236}">
                  <a16:creationId xmlns:a16="http://schemas.microsoft.com/office/drawing/2014/main" id="{E6FFA743-3EE3-4D15-A9EE-7F6567622DAE}"/>
                </a:ext>
              </a:extLst>
            </p:cNvPr>
            <p:cNvSpPr/>
            <p:nvPr/>
          </p:nvSpPr>
          <p:spPr>
            <a:xfrm>
              <a:off x="583080" y="705291"/>
              <a:ext cx="1676394"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tLang="ko-KR" sz="1600" i="1" dirty="0">
                  <a:solidFill>
                    <a:schemeClr val="tx1"/>
                  </a:solidFill>
                  <a:effectLst/>
                  <a:latin typeface="Times New Roman" panose="02020603050405020304" pitchFamily="18" charset="0"/>
                  <a:ea typeface="바탕" panose="02030600000101010101" pitchFamily="18" charset="-127"/>
                </a:rPr>
                <a:t>q</a:t>
              </a:r>
              <a:r>
                <a:rPr lang="en-GB" altLang="ko-KR" sz="1600" dirty="0">
                  <a:solidFill>
                    <a:schemeClr val="tx1"/>
                  </a:solidFill>
                  <a:effectLst/>
                  <a:latin typeface="Times New Roman" panose="02020603050405020304" pitchFamily="18" charset="0"/>
                  <a:ea typeface="바탕" panose="02030600000101010101" pitchFamily="18" charset="-127"/>
                </a:rPr>
                <a:t> = </a:t>
              </a:r>
              <a:r>
                <a:rPr lang="en-GB" altLang="ko-KR" sz="1600" dirty="0">
                  <a:solidFill>
                    <a:schemeClr val="tx1"/>
                  </a:solidFill>
                  <a:effectLst/>
                  <a:latin typeface="Times New Roman" panose="02020603050405020304" pitchFamily="18" charset="0"/>
                  <a:ea typeface="맑은 고딕" panose="020B0503020000020004" pitchFamily="50" charset="-127"/>
                </a:rPr>
                <a:t>1.0</a:t>
              </a:r>
              <a:r>
                <a:rPr lang="en-US" altLang="ko-KR" sz="1600" dirty="0">
                  <a:solidFill>
                    <a:schemeClr val="tx1"/>
                  </a:solidFill>
                  <a:effectLst/>
                  <a:latin typeface="Times New Roman" panose="02020603050405020304" pitchFamily="18" charset="0"/>
                  <a:ea typeface="맑은 고딕" panose="020B0503020000020004" pitchFamily="50" charset="-127"/>
                </a:rPr>
                <a:t>×10</a:t>
              </a:r>
              <a:r>
                <a:rPr lang="en-US" altLang="ko-KR" sz="1600" baseline="30000" dirty="0">
                  <a:solidFill>
                    <a:schemeClr val="tx1"/>
                  </a:solidFill>
                  <a:effectLst/>
                  <a:latin typeface="Times New Roman" panose="02020603050405020304" pitchFamily="18" charset="0"/>
                  <a:ea typeface="맑은 고딕" panose="020B0503020000020004" pitchFamily="50" charset="-127"/>
                </a:rPr>
                <a:t>5</a:t>
              </a:r>
              <a:r>
                <a:rPr lang="en-GB" altLang="ko-KR" sz="1600" dirty="0">
                  <a:solidFill>
                    <a:schemeClr val="tx1"/>
                  </a:solidFill>
                  <a:effectLst/>
                  <a:latin typeface="Times New Roman" panose="02020603050405020304" pitchFamily="18" charset="0"/>
                  <a:ea typeface="바탕" panose="02030600000101010101" pitchFamily="18" charset="-127"/>
                </a:rPr>
                <a:t> N/m</a:t>
              </a:r>
              <a:endParaRPr lang="ko-KR" altLang="en-US" sz="1050" dirty="0">
                <a:solidFill>
                  <a:schemeClr val="tx1"/>
                </a:solidFill>
              </a:endParaRPr>
            </a:p>
          </p:txBody>
        </p:sp>
        <p:cxnSp>
          <p:nvCxnSpPr>
            <p:cNvPr id="46" name="직선 화살표 연결선 45">
              <a:extLst>
                <a:ext uri="{FF2B5EF4-FFF2-40B4-BE49-F238E27FC236}">
                  <a16:creationId xmlns:a16="http://schemas.microsoft.com/office/drawing/2014/main" id="{09163C25-2098-4B73-AED0-DEA3DC50F666}"/>
                </a:ext>
              </a:extLst>
            </p:cNvPr>
            <p:cNvCxnSpPr>
              <a:cxnSpLocks/>
            </p:cNvCxnSpPr>
            <p:nvPr/>
          </p:nvCxnSpPr>
          <p:spPr>
            <a:xfrm flipV="1">
              <a:off x="3005749" y="495300"/>
              <a:ext cx="0" cy="712800"/>
            </a:xfrm>
            <a:prstGeom prst="straightConnector1">
              <a:avLst/>
            </a:prstGeom>
            <a:ln>
              <a:solidFill>
                <a:schemeClr val="tx1"/>
              </a:solidFill>
              <a:headEnd type="triangle" w="sm" len="sm"/>
              <a:tailEnd type="triangle" w="sm" len="sm"/>
            </a:ln>
          </p:spPr>
          <p:style>
            <a:lnRef idx="1">
              <a:schemeClr val="dk1"/>
            </a:lnRef>
            <a:fillRef idx="0">
              <a:schemeClr val="dk1"/>
            </a:fillRef>
            <a:effectRef idx="0">
              <a:schemeClr val="dk1"/>
            </a:effectRef>
            <a:fontRef idx="minor">
              <a:schemeClr val="tx1"/>
            </a:fontRef>
          </p:style>
        </p:cxnSp>
        <p:sp>
          <p:nvSpPr>
            <p:cNvPr id="47" name="직사각형 46">
              <a:extLst>
                <a:ext uri="{FF2B5EF4-FFF2-40B4-BE49-F238E27FC236}">
                  <a16:creationId xmlns:a16="http://schemas.microsoft.com/office/drawing/2014/main" id="{46FC1DED-E5F0-42F5-822D-B96DEE567820}"/>
                </a:ext>
              </a:extLst>
            </p:cNvPr>
            <p:cNvSpPr/>
            <p:nvPr/>
          </p:nvSpPr>
          <p:spPr>
            <a:xfrm>
              <a:off x="2556605" y="715990"/>
              <a:ext cx="1013457"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ko-KR" sz="1600" dirty="0">
                  <a:solidFill>
                    <a:schemeClr val="tx1"/>
                  </a:solidFill>
                  <a:latin typeface="Times New Roman" panose="02020603050405020304" pitchFamily="18" charset="0"/>
                  <a:cs typeface="Times New Roman" panose="02020603050405020304" pitchFamily="18" charset="0"/>
                </a:rPr>
                <a:t>40 m</a:t>
              </a:r>
              <a:endParaRPr lang="ko-KR" altLang="en-US" sz="1600" dirty="0">
                <a:solidFill>
                  <a:schemeClr val="tx1"/>
                </a:solidFill>
                <a:latin typeface="Times New Roman" panose="02020603050405020304" pitchFamily="18" charset="0"/>
                <a:cs typeface="Times New Roman" panose="02020603050405020304" pitchFamily="18" charset="0"/>
              </a:endParaRPr>
            </a:p>
          </p:txBody>
        </p:sp>
      </p:grpSp>
      <p:cxnSp>
        <p:nvCxnSpPr>
          <p:cNvPr id="48" name="직선 화살표 연결선 47">
            <a:extLst>
              <a:ext uri="{FF2B5EF4-FFF2-40B4-BE49-F238E27FC236}">
                <a16:creationId xmlns:a16="http://schemas.microsoft.com/office/drawing/2014/main" id="{680D1FE1-958F-42E6-BACC-37AD9B44CE88}"/>
              </a:ext>
            </a:extLst>
          </p:cNvPr>
          <p:cNvCxnSpPr>
            <a:cxnSpLocks/>
          </p:cNvCxnSpPr>
          <p:nvPr/>
        </p:nvCxnSpPr>
        <p:spPr>
          <a:xfrm flipH="1">
            <a:off x="11904" y="1349213"/>
            <a:ext cx="2890800" cy="0"/>
          </a:xfrm>
          <a:prstGeom prst="straightConnector1">
            <a:avLst/>
          </a:prstGeom>
          <a:ln>
            <a:solidFill>
              <a:schemeClr val="tx1"/>
            </a:solidFill>
            <a:headEnd type="triangle" w="sm" len="sm"/>
            <a:tailEnd type="triangle" w="sm" len="sm"/>
          </a:ln>
        </p:spPr>
        <p:style>
          <a:lnRef idx="1">
            <a:schemeClr val="dk1"/>
          </a:lnRef>
          <a:fillRef idx="0">
            <a:schemeClr val="dk1"/>
          </a:fillRef>
          <a:effectRef idx="0">
            <a:schemeClr val="dk1"/>
          </a:effectRef>
          <a:fontRef idx="minor">
            <a:schemeClr val="tx1"/>
          </a:fontRef>
        </p:style>
      </p:cxnSp>
      <p:sp>
        <p:nvSpPr>
          <p:cNvPr id="49" name="직사각형 48">
            <a:extLst>
              <a:ext uri="{FF2B5EF4-FFF2-40B4-BE49-F238E27FC236}">
                <a16:creationId xmlns:a16="http://schemas.microsoft.com/office/drawing/2014/main" id="{2B9175DC-2363-4CC2-94BD-28188669B91F}"/>
              </a:ext>
            </a:extLst>
          </p:cNvPr>
          <p:cNvSpPr/>
          <p:nvPr/>
        </p:nvSpPr>
        <p:spPr>
          <a:xfrm>
            <a:off x="-739138" y="1034896"/>
            <a:ext cx="694587"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Times New Roman" panose="02020603050405020304" pitchFamily="18" charset="0"/>
                <a:cs typeface="Times New Roman" panose="02020603050405020304" pitchFamily="18" charset="0"/>
              </a:rPr>
              <a:t>1.5 m</a:t>
            </a:r>
            <a:endParaRPr lang="ko-KR" altLang="en-US" sz="1600" dirty="0">
              <a:solidFill>
                <a:schemeClr val="tx1"/>
              </a:solidFill>
              <a:latin typeface="Times New Roman" panose="02020603050405020304" pitchFamily="18" charset="0"/>
              <a:cs typeface="Times New Roman" panose="02020603050405020304" pitchFamily="18" charset="0"/>
            </a:endParaRPr>
          </a:p>
        </p:txBody>
      </p:sp>
      <p:sp>
        <p:nvSpPr>
          <p:cNvPr id="50" name="직사각형 49">
            <a:extLst>
              <a:ext uri="{FF2B5EF4-FFF2-40B4-BE49-F238E27FC236}">
                <a16:creationId xmlns:a16="http://schemas.microsoft.com/office/drawing/2014/main" id="{8BC78028-FE59-4843-B638-5856B309702A}"/>
              </a:ext>
            </a:extLst>
          </p:cNvPr>
          <p:cNvSpPr/>
          <p:nvPr/>
        </p:nvSpPr>
        <p:spPr>
          <a:xfrm>
            <a:off x="884071" y="1336550"/>
            <a:ext cx="1013457"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Times New Roman" panose="02020603050405020304" pitchFamily="18" charset="0"/>
                <a:cs typeface="Times New Roman" panose="02020603050405020304" pitchFamily="18" charset="0"/>
              </a:rPr>
              <a:t>160 m</a:t>
            </a:r>
            <a:endParaRPr lang="ko-KR" altLang="en-US" sz="1600" dirty="0">
              <a:solidFill>
                <a:schemeClr val="tx1"/>
              </a:solidFill>
              <a:latin typeface="Times New Roman" panose="02020603050405020304" pitchFamily="18" charset="0"/>
              <a:cs typeface="Times New Roman" panose="02020603050405020304" pitchFamily="18" charset="0"/>
            </a:endParaRPr>
          </a:p>
        </p:txBody>
      </p:sp>
      <p:cxnSp>
        <p:nvCxnSpPr>
          <p:cNvPr id="51" name="직선 화살표 연결선 50">
            <a:extLst>
              <a:ext uri="{FF2B5EF4-FFF2-40B4-BE49-F238E27FC236}">
                <a16:creationId xmlns:a16="http://schemas.microsoft.com/office/drawing/2014/main" id="{565C74AD-65E2-4429-ADC8-28CA47DAC58F}"/>
              </a:ext>
            </a:extLst>
          </p:cNvPr>
          <p:cNvCxnSpPr>
            <a:cxnSpLocks/>
          </p:cNvCxnSpPr>
          <p:nvPr/>
        </p:nvCxnSpPr>
        <p:spPr>
          <a:xfrm flipV="1">
            <a:off x="-59777" y="1205360"/>
            <a:ext cx="0" cy="90000"/>
          </a:xfrm>
          <a:prstGeom prst="straightConnector1">
            <a:avLst/>
          </a:prstGeom>
          <a:ln>
            <a:solidFill>
              <a:schemeClr val="tx1"/>
            </a:solidFill>
            <a:headEnd type="none" w="sm" len="med"/>
            <a:tailEnd type="triangle" w="sm" len="sm"/>
          </a:ln>
        </p:spPr>
        <p:style>
          <a:lnRef idx="1">
            <a:schemeClr val="dk1"/>
          </a:lnRef>
          <a:fillRef idx="0">
            <a:schemeClr val="dk1"/>
          </a:fillRef>
          <a:effectRef idx="0">
            <a:schemeClr val="dk1"/>
          </a:effectRef>
          <a:fontRef idx="minor">
            <a:schemeClr val="tx1"/>
          </a:fontRef>
        </p:style>
      </p:cxnSp>
      <p:cxnSp>
        <p:nvCxnSpPr>
          <p:cNvPr id="52" name="직선 화살표 연결선 51">
            <a:extLst>
              <a:ext uri="{FF2B5EF4-FFF2-40B4-BE49-F238E27FC236}">
                <a16:creationId xmlns:a16="http://schemas.microsoft.com/office/drawing/2014/main" id="{B51A90B4-65CD-41EC-9F4F-F2EDB3962585}"/>
              </a:ext>
            </a:extLst>
          </p:cNvPr>
          <p:cNvCxnSpPr>
            <a:cxnSpLocks/>
          </p:cNvCxnSpPr>
          <p:nvPr/>
        </p:nvCxnSpPr>
        <p:spPr>
          <a:xfrm>
            <a:off x="-59777" y="1064100"/>
            <a:ext cx="0" cy="90000"/>
          </a:xfrm>
          <a:prstGeom prst="straightConnector1">
            <a:avLst/>
          </a:prstGeom>
          <a:ln>
            <a:solidFill>
              <a:schemeClr val="tx1"/>
            </a:solidFill>
            <a:headEnd type="none" w="sm" len="med"/>
            <a:tailEnd type="triangle" w="sm" len="sm"/>
          </a:ln>
        </p:spPr>
        <p:style>
          <a:lnRef idx="1">
            <a:schemeClr val="dk1"/>
          </a:lnRef>
          <a:fillRef idx="0">
            <a:schemeClr val="dk1"/>
          </a:fillRef>
          <a:effectRef idx="0">
            <a:schemeClr val="dk1"/>
          </a:effectRef>
          <a:fontRef idx="minor">
            <a:schemeClr val="tx1"/>
          </a:fontRef>
        </p:style>
      </p:cxnSp>
      <p:cxnSp>
        <p:nvCxnSpPr>
          <p:cNvPr id="53" name="직선 화살표 연결선 52">
            <a:extLst>
              <a:ext uri="{FF2B5EF4-FFF2-40B4-BE49-F238E27FC236}">
                <a16:creationId xmlns:a16="http://schemas.microsoft.com/office/drawing/2014/main" id="{279C7F45-C625-43DD-9A4F-EDC1735B7668}"/>
              </a:ext>
            </a:extLst>
          </p:cNvPr>
          <p:cNvCxnSpPr>
            <a:cxnSpLocks/>
          </p:cNvCxnSpPr>
          <p:nvPr/>
        </p:nvCxnSpPr>
        <p:spPr>
          <a:xfrm flipH="1">
            <a:off x="-110945" y="1156481"/>
            <a:ext cx="108000" cy="0"/>
          </a:xfrm>
          <a:prstGeom prst="straightConnector1">
            <a:avLst/>
          </a:prstGeom>
          <a:ln w="6350">
            <a:solidFill>
              <a:schemeClr val="tx1"/>
            </a:solidFill>
            <a:prstDash val="sysDash"/>
            <a:headEnd type="none" w="sm" len="sm"/>
            <a:tailEnd type="none" w="sm" len="sm"/>
          </a:ln>
        </p:spPr>
        <p:style>
          <a:lnRef idx="1">
            <a:schemeClr val="dk1"/>
          </a:lnRef>
          <a:fillRef idx="0">
            <a:schemeClr val="dk1"/>
          </a:fillRef>
          <a:effectRef idx="0">
            <a:schemeClr val="dk1"/>
          </a:effectRef>
          <a:fontRef idx="minor">
            <a:schemeClr val="tx1"/>
          </a:fontRef>
        </p:style>
      </p:cxnSp>
      <p:cxnSp>
        <p:nvCxnSpPr>
          <p:cNvPr id="54" name="직선 화살표 연결선 53">
            <a:extLst>
              <a:ext uri="{FF2B5EF4-FFF2-40B4-BE49-F238E27FC236}">
                <a16:creationId xmlns:a16="http://schemas.microsoft.com/office/drawing/2014/main" id="{3DA80A16-F2FD-44F7-967A-6F350D8B301F}"/>
              </a:ext>
            </a:extLst>
          </p:cNvPr>
          <p:cNvCxnSpPr>
            <a:cxnSpLocks/>
          </p:cNvCxnSpPr>
          <p:nvPr/>
        </p:nvCxnSpPr>
        <p:spPr>
          <a:xfrm flipH="1">
            <a:off x="-110945" y="1205360"/>
            <a:ext cx="108000" cy="0"/>
          </a:xfrm>
          <a:prstGeom prst="straightConnector1">
            <a:avLst/>
          </a:prstGeom>
          <a:ln w="6350">
            <a:solidFill>
              <a:schemeClr val="tx1"/>
            </a:solidFill>
            <a:prstDash val="sysDash"/>
            <a:headEnd type="none" w="sm" len="sm"/>
            <a:tailEnd type="none" w="sm" len="sm"/>
          </a:ln>
        </p:spPr>
        <p:style>
          <a:lnRef idx="1">
            <a:schemeClr val="dk1"/>
          </a:lnRef>
          <a:fillRef idx="0">
            <a:schemeClr val="dk1"/>
          </a:fillRef>
          <a:effectRef idx="0">
            <a:schemeClr val="dk1"/>
          </a:effectRef>
          <a:fontRef idx="minor">
            <a:schemeClr val="tx1"/>
          </a:fontRef>
        </p:style>
      </p:cxnSp>
      <p:sp>
        <p:nvSpPr>
          <p:cNvPr id="55" name="직사각형 54">
            <a:extLst>
              <a:ext uri="{FF2B5EF4-FFF2-40B4-BE49-F238E27FC236}">
                <a16:creationId xmlns:a16="http://schemas.microsoft.com/office/drawing/2014/main" id="{49498F94-8DEE-4F61-8527-4439B9B3F69B}"/>
              </a:ext>
            </a:extLst>
          </p:cNvPr>
          <p:cNvSpPr/>
          <p:nvPr/>
        </p:nvSpPr>
        <p:spPr>
          <a:xfrm>
            <a:off x="707055" y="194648"/>
            <a:ext cx="1835548"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Times New Roman" panose="02020603050405020304" pitchFamily="18" charset="0"/>
                <a:cs typeface="Times New Roman" panose="02020603050405020304" pitchFamily="18" charset="0"/>
              </a:rPr>
              <a:t>Non-design domain</a:t>
            </a:r>
            <a:endParaRPr lang="ko-KR" altLang="en-US" sz="1600" dirty="0">
              <a:solidFill>
                <a:schemeClr val="tx1"/>
              </a:solidFill>
              <a:latin typeface="Times New Roman" panose="02020603050405020304" pitchFamily="18" charset="0"/>
              <a:cs typeface="Times New Roman" panose="02020603050405020304" pitchFamily="18" charset="0"/>
            </a:endParaRPr>
          </a:p>
        </p:txBody>
      </p:sp>
      <p:sp>
        <p:nvSpPr>
          <p:cNvPr id="57" name="직사각형 56">
            <a:extLst>
              <a:ext uri="{FF2B5EF4-FFF2-40B4-BE49-F238E27FC236}">
                <a16:creationId xmlns:a16="http://schemas.microsoft.com/office/drawing/2014/main" id="{D304D1EF-1556-4DF9-A14D-4BF85C5808A5}"/>
              </a:ext>
            </a:extLst>
          </p:cNvPr>
          <p:cNvSpPr/>
          <p:nvPr/>
        </p:nvSpPr>
        <p:spPr>
          <a:xfrm>
            <a:off x="413535" y="296565"/>
            <a:ext cx="360000" cy="54000"/>
          </a:xfrm>
          <a:prstGeom prst="rect">
            <a:avLst/>
          </a:prstGeom>
          <a:solidFill>
            <a:schemeClr val="tx1">
              <a:lumMod val="50000"/>
              <a:lumOff val="50000"/>
            </a:schemeClr>
          </a:solidFill>
          <a:ln w="635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dirty="0"/>
          </a:p>
        </p:txBody>
      </p:sp>
      <p:sp>
        <p:nvSpPr>
          <p:cNvPr id="58" name="직사각형 57">
            <a:extLst>
              <a:ext uri="{FF2B5EF4-FFF2-40B4-BE49-F238E27FC236}">
                <a16:creationId xmlns:a16="http://schemas.microsoft.com/office/drawing/2014/main" id="{49433D7F-D963-4FE5-BD62-D69ACC98AA1E}"/>
              </a:ext>
            </a:extLst>
          </p:cNvPr>
          <p:cNvSpPr/>
          <p:nvPr/>
        </p:nvSpPr>
        <p:spPr>
          <a:xfrm>
            <a:off x="0" y="1548000"/>
            <a:ext cx="2902704"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Times New Roman" panose="02020603050405020304" pitchFamily="18" charset="0"/>
                <a:cs typeface="Times New Roman" panose="02020603050405020304" pitchFamily="18" charset="0"/>
              </a:rPr>
              <a:t>Problem definition</a:t>
            </a:r>
            <a:endParaRPr lang="ko-KR" altLang="en-US" sz="1600" dirty="0">
              <a:solidFill>
                <a:schemeClr val="tx1"/>
              </a:solidFill>
              <a:latin typeface="Times New Roman" panose="02020603050405020304" pitchFamily="18" charset="0"/>
              <a:cs typeface="Times New Roman" panose="02020603050405020304" pitchFamily="18" charset="0"/>
            </a:endParaRPr>
          </a:p>
        </p:txBody>
      </p:sp>
      <p:sp>
        <p:nvSpPr>
          <p:cNvPr id="59" name="직사각형 58">
            <a:extLst>
              <a:ext uri="{FF2B5EF4-FFF2-40B4-BE49-F238E27FC236}">
                <a16:creationId xmlns:a16="http://schemas.microsoft.com/office/drawing/2014/main" id="{CA55E445-A410-4528-B7A4-50358451DB90}"/>
              </a:ext>
            </a:extLst>
          </p:cNvPr>
          <p:cNvSpPr/>
          <p:nvPr/>
        </p:nvSpPr>
        <p:spPr>
          <a:xfrm>
            <a:off x="-1" y="2560636"/>
            <a:ext cx="2902705"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ko-KR" sz="1600" dirty="0">
                <a:solidFill>
                  <a:schemeClr val="tx1"/>
                </a:solidFill>
                <a:latin typeface="Times New Roman" panose="02020603050405020304" pitchFamily="18" charset="0"/>
                <a:cs typeface="Times New Roman" panose="02020603050405020304" pitchFamily="18" charset="0"/>
              </a:rPr>
              <a:t>Optimized material layout</a:t>
            </a:r>
          </a:p>
        </p:txBody>
      </p:sp>
      <p:sp>
        <p:nvSpPr>
          <p:cNvPr id="60" name="직사각형 59">
            <a:extLst>
              <a:ext uri="{FF2B5EF4-FFF2-40B4-BE49-F238E27FC236}">
                <a16:creationId xmlns:a16="http://schemas.microsoft.com/office/drawing/2014/main" id="{0E2E579F-B4DC-49B6-80C2-4BE0F94392D7}"/>
              </a:ext>
            </a:extLst>
          </p:cNvPr>
          <p:cNvSpPr/>
          <p:nvPr/>
        </p:nvSpPr>
        <p:spPr>
          <a:xfrm>
            <a:off x="-1" y="3680722"/>
            <a:ext cx="2902705"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ko-KR" sz="1600" dirty="0">
                <a:solidFill>
                  <a:schemeClr val="tx1"/>
                </a:solidFill>
                <a:latin typeface="Times New Roman" panose="02020603050405020304" pitchFamily="18" charset="0"/>
                <a:cs typeface="Times New Roman" panose="02020603050405020304" pitchFamily="18" charset="0"/>
              </a:rPr>
              <a:t>von Mises stress</a:t>
            </a:r>
          </a:p>
        </p:txBody>
      </p:sp>
      <p:sp>
        <p:nvSpPr>
          <p:cNvPr id="61" name="직사각형 60">
            <a:extLst>
              <a:ext uri="{FF2B5EF4-FFF2-40B4-BE49-F238E27FC236}">
                <a16:creationId xmlns:a16="http://schemas.microsoft.com/office/drawing/2014/main" id="{BCFCD586-C1B5-42AF-A95C-C2041F6BAFFF}"/>
              </a:ext>
            </a:extLst>
          </p:cNvPr>
          <p:cNvSpPr/>
          <p:nvPr/>
        </p:nvSpPr>
        <p:spPr>
          <a:xfrm>
            <a:off x="-2945" y="4795200"/>
            <a:ext cx="2905649"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ko-KR" sz="1600" dirty="0">
                <a:solidFill>
                  <a:srgbClr val="000000"/>
                </a:solidFill>
                <a:latin typeface="Times New Roman" panose="02020603050405020304" pitchFamily="18" charset="0"/>
                <a:cs typeface="Times New Roman" panose="02020603050405020304" pitchFamily="18" charset="0"/>
              </a:rPr>
              <a:t>Unfiltered signed material utilization</a:t>
            </a:r>
          </a:p>
        </p:txBody>
      </p:sp>
      <p:sp>
        <p:nvSpPr>
          <p:cNvPr id="62" name="직사각형 61">
            <a:extLst>
              <a:ext uri="{FF2B5EF4-FFF2-40B4-BE49-F238E27FC236}">
                <a16:creationId xmlns:a16="http://schemas.microsoft.com/office/drawing/2014/main" id="{7A28826E-EF06-474B-B346-7F0EEAC863A3}"/>
              </a:ext>
            </a:extLst>
          </p:cNvPr>
          <p:cNvSpPr/>
          <p:nvPr/>
        </p:nvSpPr>
        <p:spPr>
          <a:xfrm>
            <a:off x="583080" y="48061"/>
            <a:ext cx="1676394"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050" dirty="0">
              <a:solidFill>
                <a:schemeClr val="tx1"/>
              </a:solidFill>
            </a:endParaRPr>
          </a:p>
        </p:txBody>
      </p:sp>
      <p:pic>
        <p:nvPicPr>
          <p:cNvPr id="5" name="그림 4">
            <a:extLst>
              <a:ext uri="{FF2B5EF4-FFF2-40B4-BE49-F238E27FC236}">
                <a16:creationId xmlns:a16="http://schemas.microsoft.com/office/drawing/2014/main" id="{2AA250C6-9F52-AF2A-D710-7515F149460B}"/>
              </a:ext>
            </a:extLst>
          </p:cNvPr>
          <p:cNvPicPr>
            <a:picLocks noChangeAspect="1"/>
          </p:cNvPicPr>
          <p:nvPr/>
        </p:nvPicPr>
        <p:blipFill>
          <a:blip r:embed="rId4"/>
          <a:srcRect l="50958" t="7416" b="57029"/>
          <a:stretch/>
        </p:blipFill>
        <p:spPr>
          <a:xfrm>
            <a:off x="-110945" y="3805628"/>
            <a:ext cx="3708988" cy="1229335"/>
          </a:xfrm>
          <a:prstGeom prst="rect">
            <a:avLst/>
          </a:prstGeom>
        </p:spPr>
      </p:pic>
      <p:sp>
        <p:nvSpPr>
          <p:cNvPr id="56" name="직사각형 55">
            <a:extLst>
              <a:ext uri="{FF2B5EF4-FFF2-40B4-BE49-F238E27FC236}">
                <a16:creationId xmlns:a16="http://schemas.microsoft.com/office/drawing/2014/main" id="{A6D4F28A-9C56-4AAE-9515-8CD184DA407E}"/>
              </a:ext>
            </a:extLst>
          </p:cNvPr>
          <p:cNvSpPr/>
          <p:nvPr/>
        </p:nvSpPr>
        <p:spPr>
          <a:xfrm>
            <a:off x="144171" y="5930824"/>
            <a:ext cx="1760220" cy="335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dirty="0">
                <a:solidFill>
                  <a:srgbClr val="FF0000"/>
                </a:solidFill>
                <a:latin typeface="Times New Roman" panose="02020603050405020304" pitchFamily="18" charset="0"/>
                <a:cs typeface="Times New Roman" panose="02020603050405020304" pitchFamily="18" charset="0"/>
              </a:rPr>
              <a:t>Fig. 4a</a:t>
            </a:r>
            <a:endParaRPr lang="ko-KR" altLang="en-US"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3227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그림 65">
            <a:extLst>
              <a:ext uri="{FF2B5EF4-FFF2-40B4-BE49-F238E27FC236}">
                <a16:creationId xmlns:a16="http://schemas.microsoft.com/office/drawing/2014/main" id="{77CE5F8D-A8FF-4C39-ACB4-F3ADB670DC37}"/>
              </a:ext>
            </a:extLst>
          </p:cNvPr>
          <p:cNvPicPr>
            <a:picLocks noChangeAspect="1"/>
          </p:cNvPicPr>
          <p:nvPr/>
        </p:nvPicPr>
        <p:blipFill rotWithShape="1">
          <a:blip r:embed="rId2"/>
          <a:srcRect l="149" t="5454" r="52867" b="57447"/>
          <a:stretch/>
        </p:blipFill>
        <p:spPr>
          <a:xfrm>
            <a:off x="-2945" y="2700000"/>
            <a:ext cx="3553393" cy="1282700"/>
          </a:xfrm>
          <a:prstGeom prst="rect">
            <a:avLst/>
          </a:prstGeom>
        </p:spPr>
      </p:pic>
      <p:pic>
        <p:nvPicPr>
          <p:cNvPr id="65" name="그림 64">
            <a:extLst>
              <a:ext uri="{FF2B5EF4-FFF2-40B4-BE49-F238E27FC236}">
                <a16:creationId xmlns:a16="http://schemas.microsoft.com/office/drawing/2014/main" id="{1697AF29-70D8-4AFB-A240-0EED9B095C70}"/>
              </a:ext>
            </a:extLst>
          </p:cNvPr>
          <p:cNvPicPr preferRelativeResize="0">
            <a:picLocks/>
          </p:cNvPicPr>
          <p:nvPr/>
        </p:nvPicPr>
        <p:blipFill rotWithShape="1">
          <a:blip r:embed="rId3"/>
          <a:srcRect l="13102" t="29127" r="9340" b="44712"/>
          <a:stretch/>
        </p:blipFill>
        <p:spPr>
          <a:xfrm>
            <a:off x="11492" y="1905051"/>
            <a:ext cx="2890800" cy="712800"/>
          </a:xfrm>
          <a:prstGeom prst="rect">
            <a:avLst/>
          </a:prstGeom>
        </p:spPr>
      </p:pic>
      <p:sp>
        <p:nvSpPr>
          <p:cNvPr id="15" name="직사각형 14">
            <a:extLst>
              <a:ext uri="{FF2B5EF4-FFF2-40B4-BE49-F238E27FC236}">
                <a16:creationId xmlns:a16="http://schemas.microsoft.com/office/drawing/2014/main" id="{36704500-3A8D-4842-8F07-0607BAFC7AF2}"/>
              </a:ext>
            </a:extLst>
          </p:cNvPr>
          <p:cNvSpPr/>
          <p:nvPr/>
        </p:nvSpPr>
        <p:spPr>
          <a:xfrm>
            <a:off x="11905" y="495300"/>
            <a:ext cx="2890800" cy="712800"/>
          </a:xfrm>
          <a:prstGeom prst="rect">
            <a:avLst/>
          </a:prstGeom>
          <a:solidFill>
            <a:schemeClr val="bg1">
              <a:lumMod val="85000"/>
            </a:schemeClr>
          </a:solid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dirty="0"/>
          </a:p>
        </p:txBody>
      </p:sp>
      <p:cxnSp>
        <p:nvCxnSpPr>
          <p:cNvPr id="22" name="직선 화살표 연결선 21">
            <a:extLst>
              <a:ext uri="{FF2B5EF4-FFF2-40B4-BE49-F238E27FC236}">
                <a16:creationId xmlns:a16="http://schemas.microsoft.com/office/drawing/2014/main" id="{EAC1846D-5556-4811-84A9-49F69DC98CC4}"/>
              </a:ext>
            </a:extLst>
          </p:cNvPr>
          <p:cNvCxnSpPr>
            <a:cxnSpLocks/>
          </p:cNvCxnSpPr>
          <p:nvPr/>
        </p:nvCxnSpPr>
        <p:spPr>
          <a:xfrm flipV="1">
            <a:off x="14286" y="31687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sp>
        <p:nvSpPr>
          <p:cNvPr id="23" name="직사각형 22">
            <a:extLst>
              <a:ext uri="{FF2B5EF4-FFF2-40B4-BE49-F238E27FC236}">
                <a16:creationId xmlns:a16="http://schemas.microsoft.com/office/drawing/2014/main" id="{7EDC7E82-E04F-4F2A-8B21-8A5167A1E0BB}"/>
              </a:ext>
            </a:extLst>
          </p:cNvPr>
          <p:cNvSpPr/>
          <p:nvPr/>
        </p:nvSpPr>
        <p:spPr>
          <a:xfrm>
            <a:off x="11905" y="496870"/>
            <a:ext cx="2890800" cy="54000"/>
          </a:xfrm>
          <a:prstGeom prst="rect">
            <a:avLst/>
          </a:prstGeom>
          <a:solidFill>
            <a:schemeClr val="tx1">
              <a:lumMod val="50000"/>
              <a:lumOff val="50000"/>
            </a:schemeClr>
          </a:solidFill>
          <a:ln w="635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dirty="0"/>
          </a:p>
        </p:txBody>
      </p:sp>
      <p:cxnSp>
        <p:nvCxnSpPr>
          <p:cNvPr id="25" name="직선 화살표 연결선 24">
            <a:extLst>
              <a:ext uri="{FF2B5EF4-FFF2-40B4-BE49-F238E27FC236}">
                <a16:creationId xmlns:a16="http://schemas.microsoft.com/office/drawing/2014/main" id="{D79B4945-BB10-4FFF-A92A-7D7BF848DAD1}"/>
              </a:ext>
            </a:extLst>
          </p:cNvPr>
          <p:cNvCxnSpPr>
            <a:cxnSpLocks/>
          </p:cNvCxnSpPr>
          <p:nvPr/>
        </p:nvCxnSpPr>
        <p:spPr>
          <a:xfrm flipV="1">
            <a:off x="2903497" y="31687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26" name="직선 화살표 연결선 25">
            <a:extLst>
              <a:ext uri="{FF2B5EF4-FFF2-40B4-BE49-F238E27FC236}">
                <a16:creationId xmlns:a16="http://schemas.microsoft.com/office/drawing/2014/main" id="{748D9DFD-10F6-43C8-863C-343AE8203B57}"/>
              </a:ext>
            </a:extLst>
          </p:cNvPr>
          <p:cNvCxnSpPr>
            <a:cxnSpLocks/>
          </p:cNvCxnSpPr>
          <p:nvPr/>
        </p:nvCxnSpPr>
        <p:spPr>
          <a:xfrm flipV="1">
            <a:off x="161885" y="31687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27" name="직선 화살표 연결선 26">
            <a:extLst>
              <a:ext uri="{FF2B5EF4-FFF2-40B4-BE49-F238E27FC236}">
                <a16:creationId xmlns:a16="http://schemas.microsoft.com/office/drawing/2014/main" id="{5539A52E-2469-4711-82BF-D52FC5916A9A}"/>
              </a:ext>
            </a:extLst>
          </p:cNvPr>
          <p:cNvCxnSpPr>
            <a:cxnSpLocks/>
          </p:cNvCxnSpPr>
          <p:nvPr/>
        </p:nvCxnSpPr>
        <p:spPr>
          <a:xfrm flipV="1">
            <a:off x="324000" y="31687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28" name="직선 화살표 연결선 27">
            <a:extLst>
              <a:ext uri="{FF2B5EF4-FFF2-40B4-BE49-F238E27FC236}">
                <a16:creationId xmlns:a16="http://schemas.microsoft.com/office/drawing/2014/main" id="{67B237BD-FD56-4EF0-8DB4-ED0F01D95CF6}"/>
              </a:ext>
            </a:extLst>
          </p:cNvPr>
          <p:cNvCxnSpPr>
            <a:cxnSpLocks/>
          </p:cNvCxnSpPr>
          <p:nvPr/>
        </p:nvCxnSpPr>
        <p:spPr>
          <a:xfrm flipV="1">
            <a:off x="476400" y="31687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29" name="직선 화살표 연결선 28">
            <a:extLst>
              <a:ext uri="{FF2B5EF4-FFF2-40B4-BE49-F238E27FC236}">
                <a16:creationId xmlns:a16="http://schemas.microsoft.com/office/drawing/2014/main" id="{D44325CA-3789-4179-A025-CFDA4273B8A0}"/>
              </a:ext>
            </a:extLst>
          </p:cNvPr>
          <p:cNvCxnSpPr>
            <a:cxnSpLocks/>
          </p:cNvCxnSpPr>
          <p:nvPr/>
        </p:nvCxnSpPr>
        <p:spPr>
          <a:xfrm flipV="1">
            <a:off x="628800" y="31687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30" name="직선 화살표 연결선 29">
            <a:extLst>
              <a:ext uri="{FF2B5EF4-FFF2-40B4-BE49-F238E27FC236}">
                <a16:creationId xmlns:a16="http://schemas.microsoft.com/office/drawing/2014/main" id="{130BDCE3-42F9-40EA-9A4F-227F881C63CE}"/>
              </a:ext>
            </a:extLst>
          </p:cNvPr>
          <p:cNvCxnSpPr>
            <a:cxnSpLocks/>
          </p:cNvCxnSpPr>
          <p:nvPr/>
        </p:nvCxnSpPr>
        <p:spPr>
          <a:xfrm flipV="1">
            <a:off x="781200" y="31687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31" name="직선 화살표 연결선 30">
            <a:extLst>
              <a:ext uri="{FF2B5EF4-FFF2-40B4-BE49-F238E27FC236}">
                <a16:creationId xmlns:a16="http://schemas.microsoft.com/office/drawing/2014/main" id="{395945E6-4EAB-4E15-9CB3-D1021772672D}"/>
              </a:ext>
            </a:extLst>
          </p:cNvPr>
          <p:cNvCxnSpPr>
            <a:cxnSpLocks/>
          </p:cNvCxnSpPr>
          <p:nvPr/>
        </p:nvCxnSpPr>
        <p:spPr>
          <a:xfrm flipV="1">
            <a:off x="933600" y="31687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32" name="직선 화살표 연결선 31">
            <a:extLst>
              <a:ext uri="{FF2B5EF4-FFF2-40B4-BE49-F238E27FC236}">
                <a16:creationId xmlns:a16="http://schemas.microsoft.com/office/drawing/2014/main" id="{EDED55A8-B6E3-4FF3-B8CF-BF4C03F9498D}"/>
              </a:ext>
            </a:extLst>
          </p:cNvPr>
          <p:cNvCxnSpPr>
            <a:cxnSpLocks/>
          </p:cNvCxnSpPr>
          <p:nvPr/>
        </p:nvCxnSpPr>
        <p:spPr>
          <a:xfrm flipV="1">
            <a:off x="1086000" y="31687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33" name="직선 화살표 연결선 32">
            <a:extLst>
              <a:ext uri="{FF2B5EF4-FFF2-40B4-BE49-F238E27FC236}">
                <a16:creationId xmlns:a16="http://schemas.microsoft.com/office/drawing/2014/main" id="{F41569C7-6C9D-4248-818C-47C5133C3A62}"/>
              </a:ext>
            </a:extLst>
          </p:cNvPr>
          <p:cNvCxnSpPr>
            <a:cxnSpLocks/>
          </p:cNvCxnSpPr>
          <p:nvPr/>
        </p:nvCxnSpPr>
        <p:spPr>
          <a:xfrm flipV="1">
            <a:off x="1238400" y="31687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34" name="직선 화살표 연결선 33">
            <a:extLst>
              <a:ext uri="{FF2B5EF4-FFF2-40B4-BE49-F238E27FC236}">
                <a16:creationId xmlns:a16="http://schemas.microsoft.com/office/drawing/2014/main" id="{27029B7E-F5B0-40F6-BE8B-E532DDE90238}"/>
              </a:ext>
            </a:extLst>
          </p:cNvPr>
          <p:cNvCxnSpPr>
            <a:cxnSpLocks/>
          </p:cNvCxnSpPr>
          <p:nvPr/>
        </p:nvCxnSpPr>
        <p:spPr>
          <a:xfrm flipV="1">
            <a:off x="1390800" y="31687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35" name="직선 화살표 연결선 34">
            <a:extLst>
              <a:ext uri="{FF2B5EF4-FFF2-40B4-BE49-F238E27FC236}">
                <a16:creationId xmlns:a16="http://schemas.microsoft.com/office/drawing/2014/main" id="{ED30254D-2E4C-4BCC-B2D4-45E33D2589A8}"/>
              </a:ext>
            </a:extLst>
          </p:cNvPr>
          <p:cNvCxnSpPr>
            <a:cxnSpLocks/>
          </p:cNvCxnSpPr>
          <p:nvPr/>
        </p:nvCxnSpPr>
        <p:spPr>
          <a:xfrm flipV="1">
            <a:off x="1543200" y="31687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36" name="직선 화살표 연결선 35">
            <a:extLst>
              <a:ext uri="{FF2B5EF4-FFF2-40B4-BE49-F238E27FC236}">
                <a16:creationId xmlns:a16="http://schemas.microsoft.com/office/drawing/2014/main" id="{CE7E5178-1434-44AD-9D11-6DA6B8A9F635}"/>
              </a:ext>
            </a:extLst>
          </p:cNvPr>
          <p:cNvCxnSpPr>
            <a:cxnSpLocks/>
          </p:cNvCxnSpPr>
          <p:nvPr/>
        </p:nvCxnSpPr>
        <p:spPr>
          <a:xfrm flipV="1">
            <a:off x="1695600" y="31687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37" name="직선 화살표 연결선 36">
            <a:extLst>
              <a:ext uri="{FF2B5EF4-FFF2-40B4-BE49-F238E27FC236}">
                <a16:creationId xmlns:a16="http://schemas.microsoft.com/office/drawing/2014/main" id="{0DF6C9C1-808C-4E55-BBBB-180260B5746F}"/>
              </a:ext>
            </a:extLst>
          </p:cNvPr>
          <p:cNvCxnSpPr>
            <a:cxnSpLocks/>
          </p:cNvCxnSpPr>
          <p:nvPr/>
        </p:nvCxnSpPr>
        <p:spPr>
          <a:xfrm flipV="1">
            <a:off x="1848000" y="31687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38" name="직선 화살표 연결선 37">
            <a:extLst>
              <a:ext uri="{FF2B5EF4-FFF2-40B4-BE49-F238E27FC236}">
                <a16:creationId xmlns:a16="http://schemas.microsoft.com/office/drawing/2014/main" id="{48A223CF-2F32-4F4C-8A5F-906860F19A22}"/>
              </a:ext>
            </a:extLst>
          </p:cNvPr>
          <p:cNvCxnSpPr>
            <a:cxnSpLocks/>
          </p:cNvCxnSpPr>
          <p:nvPr/>
        </p:nvCxnSpPr>
        <p:spPr>
          <a:xfrm flipV="1">
            <a:off x="2000400" y="31687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39" name="직선 화살표 연결선 38">
            <a:extLst>
              <a:ext uri="{FF2B5EF4-FFF2-40B4-BE49-F238E27FC236}">
                <a16:creationId xmlns:a16="http://schemas.microsoft.com/office/drawing/2014/main" id="{C55450FD-C5AA-4D36-A602-44F6C1E121FF}"/>
              </a:ext>
            </a:extLst>
          </p:cNvPr>
          <p:cNvCxnSpPr>
            <a:cxnSpLocks/>
          </p:cNvCxnSpPr>
          <p:nvPr/>
        </p:nvCxnSpPr>
        <p:spPr>
          <a:xfrm flipV="1">
            <a:off x="2152800" y="31687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40" name="직선 화살표 연결선 39">
            <a:extLst>
              <a:ext uri="{FF2B5EF4-FFF2-40B4-BE49-F238E27FC236}">
                <a16:creationId xmlns:a16="http://schemas.microsoft.com/office/drawing/2014/main" id="{E93CF98E-F611-48D3-AB36-DEEB94AB6641}"/>
              </a:ext>
            </a:extLst>
          </p:cNvPr>
          <p:cNvCxnSpPr>
            <a:cxnSpLocks/>
          </p:cNvCxnSpPr>
          <p:nvPr/>
        </p:nvCxnSpPr>
        <p:spPr>
          <a:xfrm flipV="1">
            <a:off x="2305200" y="31687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41" name="직선 화살표 연결선 40">
            <a:extLst>
              <a:ext uri="{FF2B5EF4-FFF2-40B4-BE49-F238E27FC236}">
                <a16:creationId xmlns:a16="http://schemas.microsoft.com/office/drawing/2014/main" id="{62BBD686-2480-4007-A169-F27A505B135F}"/>
              </a:ext>
            </a:extLst>
          </p:cNvPr>
          <p:cNvCxnSpPr>
            <a:cxnSpLocks/>
          </p:cNvCxnSpPr>
          <p:nvPr/>
        </p:nvCxnSpPr>
        <p:spPr>
          <a:xfrm flipV="1">
            <a:off x="2457600" y="31687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42" name="직선 화살표 연결선 41">
            <a:extLst>
              <a:ext uri="{FF2B5EF4-FFF2-40B4-BE49-F238E27FC236}">
                <a16:creationId xmlns:a16="http://schemas.microsoft.com/office/drawing/2014/main" id="{3BFF32E4-2385-4F13-9A29-D6C0921711BE}"/>
              </a:ext>
            </a:extLst>
          </p:cNvPr>
          <p:cNvCxnSpPr>
            <a:cxnSpLocks/>
          </p:cNvCxnSpPr>
          <p:nvPr/>
        </p:nvCxnSpPr>
        <p:spPr>
          <a:xfrm flipV="1">
            <a:off x="2610000" y="31687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43" name="직선 화살표 연결선 42">
            <a:extLst>
              <a:ext uri="{FF2B5EF4-FFF2-40B4-BE49-F238E27FC236}">
                <a16:creationId xmlns:a16="http://schemas.microsoft.com/office/drawing/2014/main" id="{FDF1D8CE-7202-491D-9C76-8515D1BD9BF8}"/>
              </a:ext>
            </a:extLst>
          </p:cNvPr>
          <p:cNvCxnSpPr>
            <a:cxnSpLocks/>
          </p:cNvCxnSpPr>
          <p:nvPr/>
        </p:nvCxnSpPr>
        <p:spPr>
          <a:xfrm flipV="1">
            <a:off x="2762400" y="31687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44" name="직선 화살표 연결선 43">
            <a:extLst>
              <a:ext uri="{FF2B5EF4-FFF2-40B4-BE49-F238E27FC236}">
                <a16:creationId xmlns:a16="http://schemas.microsoft.com/office/drawing/2014/main" id="{229A23E9-D081-447D-BDE1-9F5A94BE304A}"/>
              </a:ext>
            </a:extLst>
          </p:cNvPr>
          <p:cNvCxnSpPr>
            <a:cxnSpLocks/>
          </p:cNvCxnSpPr>
          <p:nvPr/>
        </p:nvCxnSpPr>
        <p:spPr>
          <a:xfrm flipH="1" flipV="1">
            <a:off x="11905" y="314046"/>
            <a:ext cx="2890800" cy="7609"/>
          </a:xfrm>
          <a:prstGeom prst="straightConnector1">
            <a:avLst/>
          </a:prstGeom>
          <a:ln w="9525">
            <a:solidFill>
              <a:schemeClr val="tx1"/>
            </a:solidFill>
            <a:headEnd type="none" w="sm" len="sm"/>
            <a:tailEnd type="none" w="sm" len="sm"/>
          </a:ln>
        </p:spPr>
        <p:style>
          <a:lnRef idx="1">
            <a:schemeClr val="dk1"/>
          </a:lnRef>
          <a:fillRef idx="0">
            <a:schemeClr val="dk1"/>
          </a:fillRef>
          <a:effectRef idx="0">
            <a:schemeClr val="dk1"/>
          </a:effectRef>
          <a:fontRef idx="minor">
            <a:schemeClr val="tx1"/>
          </a:fontRef>
        </p:style>
      </p:cxnSp>
      <p:sp>
        <p:nvSpPr>
          <p:cNvPr id="45" name="직사각형 44">
            <a:extLst>
              <a:ext uri="{FF2B5EF4-FFF2-40B4-BE49-F238E27FC236}">
                <a16:creationId xmlns:a16="http://schemas.microsoft.com/office/drawing/2014/main" id="{E6FFA743-3EE3-4D15-A9EE-7F6567622DAE}"/>
              </a:ext>
            </a:extLst>
          </p:cNvPr>
          <p:cNvSpPr/>
          <p:nvPr/>
        </p:nvSpPr>
        <p:spPr>
          <a:xfrm>
            <a:off x="583080" y="48061"/>
            <a:ext cx="1676394"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tLang="ko-KR" sz="1600" i="1" dirty="0">
                <a:solidFill>
                  <a:schemeClr val="tx1"/>
                </a:solidFill>
                <a:effectLst/>
                <a:latin typeface="Times New Roman" panose="02020603050405020304" pitchFamily="18" charset="0"/>
                <a:ea typeface="바탕" panose="02030600000101010101" pitchFamily="18" charset="-127"/>
              </a:rPr>
              <a:t>q</a:t>
            </a:r>
            <a:r>
              <a:rPr lang="en-GB" altLang="ko-KR" sz="1600" dirty="0">
                <a:solidFill>
                  <a:schemeClr val="tx1"/>
                </a:solidFill>
                <a:effectLst/>
                <a:latin typeface="Times New Roman" panose="02020603050405020304" pitchFamily="18" charset="0"/>
                <a:ea typeface="바탕" panose="02030600000101010101" pitchFamily="18" charset="-127"/>
              </a:rPr>
              <a:t> = </a:t>
            </a:r>
            <a:r>
              <a:rPr lang="en-GB" altLang="ko-KR" sz="1600" dirty="0">
                <a:solidFill>
                  <a:schemeClr val="tx1"/>
                </a:solidFill>
                <a:effectLst/>
                <a:latin typeface="Times New Roman" panose="02020603050405020304" pitchFamily="18" charset="0"/>
                <a:ea typeface="맑은 고딕" panose="020B0503020000020004" pitchFamily="50" charset="-127"/>
              </a:rPr>
              <a:t>1.0</a:t>
            </a:r>
            <a:r>
              <a:rPr lang="en-US" altLang="ko-KR" sz="1600" dirty="0">
                <a:solidFill>
                  <a:schemeClr val="tx1"/>
                </a:solidFill>
                <a:effectLst/>
                <a:latin typeface="Times New Roman" panose="02020603050405020304" pitchFamily="18" charset="0"/>
                <a:ea typeface="맑은 고딕" panose="020B0503020000020004" pitchFamily="50" charset="-127"/>
              </a:rPr>
              <a:t>×10</a:t>
            </a:r>
            <a:r>
              <a:rPr lang="en-US" altLang="ko-KR" sz="1600" baseline="30000" dirty="0">
                <a:solidFill>
                  <a:schemeClr val="tx1"/>
                </a:solidFill>
                <a:effectLst/>
                <a:latin typeface="Times New Roman" panose="02020603050405020304" pitchFamily="18" charset="0"/>
                <a:ea typeface="맑은 고딕" panose="020B0503020000020004" pitchFamily="50" charset="-127"/>
              </a:rPr>
              <a:t>5</a:t>
            </a:r>
            <a:r>
              <a:rPr lang="en-GB" altLang="ko-KR" sz="1600" dirty="0">
                <a:solidFill>
                  <a:schemeClr val="tx1"/>
                </a:solidFill>
                <a:effectLst/>
                <a:latin typeface="Times New Roman" panose="02020603050405020304" pitchFamily="18" charset="0"/>
                <a:ea typeface="바탕" panose="02030600000101010101" pitchFamily="18" charset="-127"/>
              </a:rPr>
              <a:t> N/m</a:t>
            </a:r>
            <a:endParaRPr lang="ko-KR" altLang="en-US" sz="1050" dirty="0">
              <a:solidFill>
                <a:schemeClr val="tx1"/>
              </a:solidFill>
            </a:endParaRPr>
          </a:p>
        </p:txBody>
      </p:sp>
      <p:cxnSp>
        <p:nvCxnSpPr>
          <p:cNvPr id="46" name="직선 화살표 연결선 45">
            <a:extLst>
              <a:ext uri="{FF2B5EF4-FFF2-40B4-BE49-F238E27FC236}">
                <a16:creationId xmlns:a16="http://schemas.microsoft.com/office/drawing/2014/main" id="{09163C25-2098-4B73-AED0-DEA3DC50F666}"/>
              </a:ext>
            </a:extLst>
          </p:cNvPr>
          <p:cNvCxnSpPr>
            <a:cxnSpLocks/>
          </p:cNvCxnSpPr>
          <p:nvPr/>
        </p:nvCxnSpPr>
        <p:spPr>
          <a:xfrm flipV="1">
            <a:off x="3005749" y="495300"/>
            <a:ext cx="0" cy="712800"/>
          </a:xfrm>
          <a:prstGeom prst="straightConnector1">
            <a:avLst/>
          </a:prstGeom>
          <a:ln>
            <a:solidFill>
              <a:schemeClr val="tx1"/>
            </a:solidFill>
            <a:headEnd type="triangle" w="sm" len="sm"/>
            <a:tailEnd type="triangle" w="sm" len="sm"/>
          </a:ln>
        </p:spPr>
        <p:style>
          <a:lnRef idx="1">
            <a:schemeClr val="dk1"/>
          </a:lnRef>
          <a:fillRef idx="0">
            <a:schemeClr val="dk1"/>
          </a:fillRef>
          <a:effectRef idx="0">
            <a:schemeClr val="dk1"/>
          </a:effectRef>
          <a:fontRef idx="minor">
            <a:schemeClr val="tx1"/>
          </a:fontRef>
        </p:style>
      </p:cxnSp>
      <p:sp>
        <p:nvSpPr>
          <p:cNvPr id="47" name="직사각형 46">
            <a:extLst>
              <a:ext uri="{FF2B5EF4-FFF2-40B4-BE49-F238E27FC236}">
                <a16:creationId xmlns:a16="http://schemas.microsoft.com/office/drawing/2014/main" id="{46FC1DED-E5F0-42F5-822D-B96DEE567820}"/>
              </a:ext>
            </a:extLst>
          </p:cNvPr>
          <p:cNvSpPr/>
          <p:nvPr/>
        </p:nvSpPr>
        <p:spPr>
          <a:xfrm>
            <a:off x="2556605" y="715990"/>
            <a:ext cx="1013457"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ko-KR" sz="1600" dirty="0">
                <a:solidFill>
                  <a:schemeClr val="tx1"/>
                </a:solidFill>
                <a:latin typeface="Times New Roman" panose="02020603050405020304" pitchFamily="18" charset="0"/>
                <a:cs typeface="Times New Roman" panose="02020603050405020304" pitchFamily="18" charset="0"/>
              </a:rPr>
              <a:t>40 m</a:t>
            </a:r>
            <a:endParaRPr lang="ko-KR" altLang="en-US" sz="1600" dirty="0">
              <a:solidFill>
                <a:schemeClr val="tx1"/>
              </a:solidFill>
              <a:latin typeface="Times New Roman" panose="02020603050405020304" pitchFamily="18" charset="0"/>
              <a:cs typeface="Times New Roman" panose="02020603050405020304" pitchFamily="18" charset="0"/>
            </a:endParaRPr>
          </a:p>
        </p:txBody>
      </p:sp>
      <p:cxnSp>
        <p:nvCxnSpPr>
          <p:cNvPr id="48" name="직선 화살표 연결선 47">
            <a:extLst>
              <a:ext uri="{FF2B5EF4-FFF2-40B4-BE49-F238E27FC236}">
                <a16:creationId xmlns:a16="http://schemas.microsoft.com/office/drawing/2014/main" id="{680D1FE1-958F-42E6-BACC-37AD9B44CE88}"/>
              </a:ext>
            </a:extLst>
          </p:cNvPr>
          <p:cNvCxnSpPr>
            <a:cxnSpLocks/>
          </p:cNvCxnSpPr>
          <p:nvPr/>
        </p:nvCxnSpPr>
        <p:spPr>
          <a:xfrm flipH="1">
            <a:off x="11904" y="1349213"/>
            <a:ext cx="2890800" cy="0"/>
          </a:xfrm>
          <a:prstGeom prst="straightConnector1">
            <a:avLst/>
          </a:prstGeom>
          <a:ln>
            <a:solidFill>
              <a:schemeClr val="tx1"/>
            </a:solidFill>
            <a:headEnd type="triangle" w="sm" len="sm"/>
            <a:tailEnd type="triangle" w="sm" len="sm"/>
          </a:ln>
        </p:spPr>
        <p:style>
          <a:lnRef idx="1">
            <a:schemeClr val="dk1"/>
          </a:lnRef>
          <a:fillRef idx="0">
            <a:schemeClr val="dk1"/>
          </a:fillRef>
          <a:effectRef idx="0">
            <a:schemeClr val="dk1"/>
          </a:effectRef>
          <a:fontRef idx="minor">
            <a:schemeClr val="tx1"/>
          </a:fontRef>
        </p:style>
      </p:cxnSp>
      <p:sp>
        <p:nvSpPr>
          <p:cNvPr id="49" name="직사각형 48">
            <a:extLst>
              <a:ext uri="{FF2B5EF4-FFF2-40B4-BE49-F238E27FC236}">
                <a16:creationId xmlns:a16="http://schemas.microsoft.com/office/drawing/2014/main" id="{2B9175DC-2363-4CC2-94BD-28188669B91F}"/>
              </a:ext>
            </a:extLst>
          </p:cNvPr>
          <p:cNvSpPr/>
          <p:nvPr/>
        </p:nvSpPr>
        <p:spPr>
          <a:xfrm>
            <a:off x="-739138" y="377666"/>
            <a:ext cx="694587"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Times New Roman" panose="02020603050405020304" pitchFamily="18" charset="0"/>
                <a:cs typeface="Times New Roman" panose="02020603050405020304" pitchFamily="18" charset="0"/>
              </a:rPr>
              <a:t>1.5 m</a:t>
            </a:r>
            <a:endParaRPr lang="ko-KR" altLang="en-US" sz="1600" dirty="0">
              <a:solidFill>
                <a:schemeClr val="tx1"/>
              </a:solidFill>
              <a:latin typeface="Times New Roman" panose="02020603050405020304" pitchFamily="18" charset="0"/>
              <a:cs typeface="Times New Roman" panose="02020603050405020304" pitchFamily="18" charset="0"/>
            </a:endParaRPr>
          </a:p>
        </p:txBody>
      </p:sp>
      <p:sp>
        <p:nvSpPr>
          <p:cNvPr id="50" name="직사각형 49">
            <a:extLst>
              <a:ext uri="{FF2B5EF4-FFF2-40B4-BE49-F238E27FC236}">
                <a16:creationId xmlns:a16="http://schemas.microsoft.com/office/drawing/2014/main" id="{8BC78028-FE59-4843-B638-5856B309702A}"/>
              </a:ext>
            </a:extLst>
          </p:cNvPr>
          <p:cNvSpPr/>
          <p:nvPr/>
        </p:nvSpPr>
        <p:spPr>
          <a:xfrm>
            <a:off x="884071" y="1336550"/>
            <a:ext cx="1013457"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Times New Roman" panose="02020603050405020304" pitchFamily="18" charset="0"/>
                <a:cs typeface="Times New Roman" panose="02020603050405020304" pitchFamily="18" charset="0"/>
              </a:rPr>
              <a:t>160 m</a:t>
            </a:r>
            <a:endParaRPr lang="ko-KR" altLang="en-US" sz="1600" dirty="0">
              <a:solidFill>
                <a:schemeClr val="tx1"/>
              </a:solidFill>
              <a:latin typeface="Times New Roman" panose="02020603050405020304" pitchFamily="18" charset="0"/>
              <a:cs typeface="Times New Roman" panose="02020603050405020304" pitchFamily="18" charset="0"/>
            </a:endParaRPr>
          </a:p>
        </p:txBody>
      </p:sp>
      <p:cxnSp>
        <p:nvCxnSpPr>
          <p:cNvPr id="51" name="직선 화살표 연결선 50">
            <a:extLst>
              <a:ext uri="{FF2B5EF4-FFF2-40B4-BE49-F238E27FC236}">
                <a16:creationId xmlns:a16="http://schemas.microsoft.com/office/drawing/2014/main" id="{565C74AD-65E2-4429-ADC8-28CA47DAC58F}"/>
              </a:ext>
            </a:extLst>
          </p:cNvPr>
          <p:cNvCxnSpPr>
            <a:cxnSpLocks/>
          </p:cNvCxnSpPr>
          <p:nvPr/>
        </p:nvCxnSpPr>
        <p:spPr>
          <a:xfrm flipV="1">
            <a:off x="-59777" y="548130"/>
            <a:ext cx="0" cy="90000"/>
          </a:xfrm>
          <a:prstGeom prst="straightConnector1">
            <a:avLst/>
          </a:prstGeom>
          <a:ln>
            <a:solidFill>
              <a:schemeClr val="tx1"/>
            </a:solidFill>
            <a:headEnd type="none" w="sm" len="med"/>
            <a:tailEnd type="triangle" w="sm" len="sm"/>
          </a:ln>
        </p:spPr>
        <p:style>
          <a:lnRef idx="1">
            <a:schemeClr val="dk1"/>
          </a:lnRef>
          <a:fillRef idx="0">
            <a:schemeClr val="dk1"/>
          </a:fillRef>
          <a:effectRef idx="0">
            <a:schemeClr val="dk1"/>
          </a:effectRef>
          <a:fontRef idx="minor">
            <a:schemeClr val="tx1"/>
          </a:fontRef>
        </p:style>
      </p:cxnSp>
      <p:cxnSp>
        <p:nvCxnSpPr>
          <p:cNvPr id="52" name="직선 화살표 연결선 51">
            <a:extLst>
              <a:ext uri="{FF2B5EF4-FFF2-40B4-BE49-F238E27FC236}">
                <a16:creationId xmlns:a16="http://schemas.microsoft.com/office/drawing/2014/main" id="{B51A90B4-65CD-41EC-9F4F-F2EDB3962585}"/>
              </a:ext>
            </a:extLst>
          </p:cNvPr>
          <p:cNvCxnSpPr>
            <a:cxnSpLocks/>
          </p:cNvCxnSpPr>
          <p:nvPr/>
        </p:nvCxnSpPr>
        <p:spPr>
          <a:xfrm>
            <a:off x="-59777" y="406870"/>
            <a:ext cx="0" cy="90000"/>
          </a:xfrm>
          <a:prstGeom prst="straightConnector1">
            <a:avLst/>
          </a:prstGeom>
          <a:ln>
            <a:solidFill>
              <a:schemeClr val="tx1"/>
            </a:solidFill>
            <a:headEnd type="none" w="sm" len="med"/>
            <a:tailEnd type="triangle" w="sm" len="sm"/>
          </a:ln>
        </p:spPr>
        <p:style>
          <a:lnRef idx="1">
            <a:schemeClr val="dk1"/>
          </a:lnRef>
          <a:fillRef idx="0">
            <a:schemeClr val="dk1"/>
          </a:fillRef>
          <a:effectRef idx="0">
            <a:schemeClr val="dk1"/>
          </a:effectRef>
          <a:fontRef idx="minor">
            <a:schemeClr val="tx1"/>
          </a:fontRef>
        </p:style>
      </p:cxnSp>
      <p:cxnSp>
        <p:nvCxnSpPr>
          <p:cNvPr id="53" name="직선 화살표 연결선 52">
            <a:extLst>
              <a:ext uri="{FF2B5EF4-FFF2-40B4-BE49-F238E27FC236}">
                <a16:creationId xmlns:a16="http://schemas.microsoft.com/office/drawing/2014/main" id="{279C7F45-C625-43DD-9A4F-EDC1735B7668}"/>
              </a:ext>
            </a:extLst>
          </p:cNvPr>
          <p:cNvCxnSpPr>
            <a:cxnSpLocks/>
          </p:cNvCxnSpPr>
          <p:nvPr/>
        </p:nvCxnSpPr>
        <p:spPr>
          <a:xfrm flipH="1">
            <a:off x="-110945" y="499251"/>
            <a:ext cx="108000" cy="0"/>
          </a:xfrm>
          <a:prstGeom prst="straightConnector1">
            <a:avLst/>
          </a:prstGeom>
          <a:ln w="6350">
            <a:solidFill>
              <a:schemeClr val="tx1"/>
            </a:solidFill>
            <a:prstDash val="sysDash"/>
            <a:headEnd type="none" w="sm" len="sm"/>
            <a:tailEnd type="none" w="sm" len="sm"/>
          </a:ln>
        </p:spPr>
        <p:style>
          <a:lnRef idx="1">
            <a:schemeClr val="dk1"/>
          </a:lnRef>
          <a:fillRef idx="0">
            <a:schemeClr val="dk1"/>
          </a:fillRef>
          <a:effectRef idx="0">
            <a:schemeClr val="dk1"/>
          </a:effectRef>
          <a:fontRef idx="minor">
            <a:schemeClr val="tx1"/>
          </a:fontRef>
        </p:style>
      </p:cxnSp>
      <p:cxnSp>
        <p:nvCxnSpPr>
          <p:cNvPr id="54" name="직선 화살표 연결선 53">
            <a:extLst>
              <a:ext uri="{FF2B5EF4-FFF2-40B4-BE49-F238E27FC236}">
                <a16:creationId xmlns:a16="http://schemas.microsoft.com/office/drawing/2014/main" id="{3DA80A16-F2FD-44F7-967A-6F350D8B301F}"/>
              </a:ext>
            </a:extLst>
          </p:cNvPr>
          <p:cNvCxnSpPr>
            <a:cxnSpLocks/>
          </p:cNvCxnSpPr>
          <p:nvPr/>
        </p:nvCxnSpPr>
        <p:spPr>
          <a:xfrm flipH="1">
            <a:off x="-110945" y="548130"/>
            <a:ext cx="108000" cy="0"/>
          </a:xfrm>
          <a:prstGeom prst="straightConnector1">
            <a:avLst/>
          </a:prstGeom>
          <a:ln w="6350">
            <a:solidFill>
              <a:schemeClr val="tx1"/>
            </a:solidFill>
            <a:prstDash val="sysDash"/>
            <a:headEnd type="none" w="sm" len="sm"/>
            <a:tailEnd type="none" w="sm" len="sm"/>
          </a:ln>
        </p:spPr>
        <p:style>
          <a:lnRef idx="1">
            <a:schemeClr val="dk1"/>
          </a:lnRef>
          <a:fillRef idx="0">
            <a:schemeClr val="dk1"/>
          </a:fillRef>
          <a:effectRef idx="0">
            <a:schemeClr val="dk1"/>
          </a:effectRef>
          <a:fontRef idx="minor">
            <a:schemeClr val="tx1"/>
          </a:fontRef>
        </p:style>
      </p:cxnSp>
      <p:sp>
        <p:nvSpPr>
          <p:cNvPr id="58" name="직사각형 57">
            <a:extLst>
              <a:ext uri="{FF2B5EF4-FFF2-40B4-BE49-F238E27FC236}">
                <a16:creationId xmlns:a16="http://schemas.microsoft.com/office/drawing/2014/main" id="{49433D7F-D963-4FE5-BD62-D69ACC98AA1E}"/>
              </a:ext>
            </a:extLst>
          </p:cNvPr>
          <p:cNvSpPr/>
          <p:nvPr/>
        </p:nvSpPr>
        <p:spPr>
          <a:xfrm>
            <a:off x="0" y="1548000"/>
            <a:ext cx="2902704"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Times New Roman" panose="02020603050405020304" pitchFamily="18" charset="0"/>
                <a:cs typeface="Times New Roman" panose="02020603050405020304" pitchFamily="18" charset="0"/>
              </a:rPr>
              <a:t>Problem definition</a:t>
            </a:r>
            <a:endParaRPr lang="ko-KR" altLang="en-US" sz="1600" dirty="0">
              <a:solidFill>
                <a:schemeClr val="tx1"/>
              </a:solidFill>
              <a:latin typeface="Times New Roman" panose="02020603050405020304" pitchFamily="18" charset="0"/>
              <a:cs typeface="Times New Roman" panose="02020603050405020304" pitchFamily="18" charset="0"/>
            </a:endParaRPr>
          </a:p>
        </p:txBody>
      </p:sp>
      <p:sp>
        <p:nvSpPr>
          <p:cNvPr id="59" name="직사각형 58">
            <a:extLst>
              <a:ext uri="{FF2B5EF4-FFF2-40B4-BE49-F238E27FC236}">
                <a16:creationId xmlns:a16="http://schemas.microsoft.com/office/drawing/2014/main" id="{CA55E445-A410-4528-B7A4-50358451DB90}"/>
              </a:ext>
            </a:extLst>
          </p:cNvPr>
          <p:cNvSpPr/>
          <p:nvPr/>
        </p:nvSpPr>
        <p:spPr>
          <a:xfrm>
            <a:off x="-1" y="2560636"/>
            <a:ext cx="2902705"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ko-KR" sz="1600" dirty="0">
                <a:solidFill>
                  <a:schemeClr val="tx1"/>
                </a:solidFill>
                <a:latin typeface="Times New Roman" panose="02020603050405020304" pitchFamily="18" charset="0"/>
                <a:cs typeface="Times New Roman" panose="02020603050405020304" pitchFamily="18" charset="0"/>
              </a:rPr>
              <a:t>Optimized material layout</a:t>
            </a:r>
          </a:p>
        </p:txBody>
      </p:sp>
      <p:sp>
        <p:nvSpPr>
          <p:cNvPr id="60" name="직사각형 59">
            <a:extLst>
              <a:ext uri="{FF2B5EF4-FFF2-40B4-BE49-F238E27FC236}">
                <a16:creationId xmlns:a16="http://schemas.microsoft.com/office/drawing/2014/main" id="{0E2E579F-B4DC-49B6-80C2-4BE0F94392D7}"/>
              </a:ext>
            </a:extLst>
          </p:cNvPr>
          <p:cNvSpPr/>
          <p:nvPr/>
        </p:nvSpPr>
        <p:spPr>
          <a:xfrm>
            <a:off x="-1" y="3680722"/>
            <a:ext cx="2902705"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ko-KR" sz="1600" dirty="0">
                <a:solidFill>
                  <a:schemeClr val="tx1"/>
                </a:solidFill>
                <a:latin typeface="Times New Roman" panose="02020603050405020304" pitchFamily="18" charset="0"/>
                <a:cs typeface="Times New Roman" panose="02020603050405020304" pitchFamily="18" charset="0"/>
              </a:rPr>
              <a:t>von Mises stress</a:t>
            </a:r>
          </a:p>
        </p:txBody>
      </p:sp>
      <p:sp>
        <p:nvSpPr>
          <p:cNvPr id="61" name="직사각형 60">
            <a:extLst>
              <a:ext uri="{FF2B5EF4-FFF2-40B4-BE49-F238E27FC236}">
                <a16:creationId xmlns:a16="http://schemas.microsoft.com/office/drawing/2014/main" id="{BCFCD586-C1B5-42AF-A95C-C2041F6BAFFF}"/>
              </a:ext>
            </a:extLst>
          </p:cNvPr>
          <p:cNvSpPr/>
          <p:nvPr/>
        </p:nvSpPr>
        <p:spPr>
          <a:xfrm>
            <a:off x="-2945" y="4795200"/>
            <a:ext cx="2905649"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ko-KR" sz="1600" dirty="0">
                <a:solidFill>
                  <a:srgbClr val="000000"/>
                </a:solidFill>
                <a:latin typeface="Times New Roman" panose="02020603050405020304" pitchFamily="18" charset="0"/>
                <a:cs typeface="Times New Roman" panose="02020603050405020304" pitchFamily="18" charset="0"/>
              </a:rPr>
              <a:t>Unfiltered signed material utilization</a:t>
            </a:r>
          </a:p>
        </p:txBody>
      </p:sp>
      <p:sp>
        <p:nvSpPr>
          <p:cNvPr id="19" name="이등변 삼각형 18">
            <a:extLst>
              <a:ext uri="{FF2B5EF4-FFF2-40B4-BE49-F238E27FC236}">
                <a16:creationId xmlns:a16="http://schemas.microsoft.com/office/drawing/2014/main" id="{AFD55475-82C0-48FD-85E2-B36656F4AB2C}"/>
              </a:ext>
            </a:extLst>
          </p:cNvPr>
          <p:cNvSpPr>
            <a:spLocks noChangeAspect="1"/>
          </p:cNvSpPr>
          <p:nvPr/>
        </p:nvSpPr>
        <p:spPr>
          <a:xfrm>
            <a:off x="-36144" y="495249"/>
            <a:ext cx="96098" cy="72000"/>
          </a:xfrm>
          <a:prstGeom prst="triangle">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grpSp>
        <p:nvGrpSpPr>
          <p:cNvPr id="2" name="그룹 1">
            <a:extLst>
              <a:ext uri="{FF2B5EF4-FFF2-40B4-BE49-F238E27FC236}">
                <a16:creationId xmlns:a16="http://schemas.microsoft.com/office/drawing/2014/main" id="{DDAD370F-0DCB-4FC4-8E5B-6CA0AC16EAE3}"/>
              </a:ext>
            </a:extLst>
          </p:cNvPr>
          <p:cNvGrpSpPr/>
          <p:nvPr/>
        </p:nvGrpSpPr>
        <p:grpSpPr>
          <a:xfrm>
            <a:off x="2848705" y="495235"/>
            <a:ext cx="108000" cy="89859"/>
            <a:chOff x="7750537" y="4748541"/>
            <a:chExt cx="108000" cy="89859"/>
          </a:xfrm>
        </p:grpSpPr>
        <p:sp>
          <p:nvSpPr>
            <p:cNvPr id="20" name="이등변 삼각형 19">
              <a:extLst>
                <a:ext uri="{FF2B5EF4-FFF2-40B4-BE49-F238E27FC236}">
                  <a16:creationId xmlns:a16="http://schemas.microsoft.com/office/drawing/2014/main" id="{E48AA113-DEF9-4E05-9501-59FE0ECECD2C}"/>
                </a:ext>
              </a:extLst>
            </p:cNvPr>
            <p:cNvSpPr>
              <a:spLocks noChangeAspect="1"/>
            </p:cNvSpPr>
            <p:nvPr/>
          </p:nvSpPr>
          <p:spPr>
            <a:xfrm>
              <a:off x="7756799" y="4748541"/>
              <a:ext cx="96098" cy="72000"/>
            </a:xfrm>
            <a:prstGeom prst="triangle">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cxnSp>
          <p:nvCxnSpPr>
            <p:cNvPr id="21" name="직선 연결선 20">
              <a:extLst>
                <a:ext uri="{FF2B5EF4-FFF2-40B4-BE49-F238E27FC236}">
                  <a16:creationId xmlns:a16="http://schemas.microsoft.com/office/drawing/2014/main" id="{C7390DD1-CC12-411F-8079-0DDE606B7E4C}"/>
                </a:ext>
              </a:extLst>
            </p:cNvPr>
            <p:cNvCxnSpPr>
              <a:cxnSpLocks/>
            </p:cNvCxnSpPr>
            <p:nvPr/>
          </p:nvCxnSpPr>
          <p:spPr>
            <a:xfrm>
              <a:off x="7750537" y="4838400"/>
              <a:ext cx="108000" cy="0"/>
            </a:xfrm>
            <a:prstGeom prst="line">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cxnSp>
      </p:grpSp>
      <p:pic>
        <p:nvPicPr>
          <p:cNvPr id="4" name="그림 3">
            <a:extLst>
              <a:ext uri="{FF2B5EF4-FFF2-40B4-BE49-F238E27FC236}">
                <a16:creationId xmlns:a16="http://schemas.microsoft.com/office/drawing/2014/main" id="{5B0F6243-BB8A-74CD-DC9E-2EA48789F587}"/>
              </a:ext>
            </a:extLst>
          </p:cNvPr>
          <p:cNvPicPr>
            <a:picLocks noChangeAspect="1"/>
          </p:cNvPicPr>
          <p:nvPr/>
        </p:nvPicPr>
        <p:blipFill>
          <a:blip r:embed="rId4"/>
          <a:srcRect l="50000" b="56612"/>
          <a:stretch/>
        </p:blipFill>
        <p:spPr>
          <a:xfrm>
            <a:off x="-195113" y="3570050"/>
            <a:ext cx="3781425" cy="1500188"/>
          </a:xfrm>
          <a:prstGeom prst="rect">
            <a:avLst/>
          </a:prstGeom>
        </p:spPr>
      </p:pic>
      <p:sp>
        <p:nvSpPr>
          <p:cNvPr id="55" name="직사각형 54">
            <a:extLst>
              <a:ext uri="{FF2B5EF4-FFF2-40B4-BE49-F238E27FC236}">
                <a16:creationId xmlns:a16="http://schemas.microsoft.com/office/drawing/2014/main" id="{0FF3BF26-9B23-4782-94D3-C1CA1B28F812}"/>
              </a:ext>
            </a:extLst>
          </p:cNvPr>
          <p:cNvSpPr/>
          <p:nvPr/>
        </p:nvSpPr>
        <p:spPr>
          <a:xfrm>
            <a:off x="144171" y="5930824"/>
            <a:ext cx="1760220" cy="335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dirty="0">
                <a:solidFill>
                  <a:srgbClr val="FF0000"/>
                </a:solidFill>
                <a:latin typeface="Times New Roman" panose="02020603050405020304" pitchFamily="18" charset="0"/>
                <a:cs typeface="Times New Roman" panose="02020603050405020304" pitchFamily="18" charset="0"/>
              </a:rPr>
              <a:t>Fig. 4b</a:t>
            </a:r>
            <a:endParaRPr lang="ko-KR" altLang="en-US"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868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 name="그림 62">
            <a:extLst>
              <a:ext uri="{FF2B5EF4-FFF2-40B4-BE49-F238E27FC236}">
                <a16:creationId xmlns:a16="http://schemas.microsoft.com/office/drawing/2014/main" id="{EE4792CF-968E-4646-80BD-4BA6A92C8B90}"/>
              </a:ext>
            </a:extLst>
          </p:cNvPr>
          <p:cNvPicPr>
            <a:picLocks noChangeAspect="1"/>
          </p:cNvPicPr>
          <p:nvPr/>
        </p:nvPicPr>
        <p:blipFill rotWithShape="1">
          <a:blip r:embed="rId2"/>
          <a:srcRect l="2225" t="4620" r="54464" b="56835"/>
          <a:stretch/>
        </p:blipFill>
        <p:spPr>
          <a:xfrm>
            <a:off x="0" y="2340000"/>
            <a:ext cx="2698037" cy="1666824"/>
          </a:xfrm>
          <a:prstGeom prst="rect">
            <a:avLst/>
          </a:prstGeom>
        </p:spPr>
      </p:pic>
      <p:pic>
        <p:nvPicPr>
          <p:cNvPr id="62" name="그림 61">
            <a:extLst>
              <a:ext uri="{FF2B5EF4-FFF2-40B4-BE49-F238E27FC236}">
                <a16:creationId xmlns:a16="http://schemas.microsoft.com/office/drawing/2014/main" id="{9AAF5733-48A3-46FD-B71F-EE7F1ECE2B5A}"/>
              </a:ext>
            </a:extLst>
          </p:cNvPr>
          <p:cNvPicPr preferRelativeResize="0">
            <a:picLocks/>
          </p:cNvPicPr>
          <p:nvPr/>
        </p:nvPicPr>
        <p:blipFill rotWithShape="1">
          <a:blip r:embed="rId3">
            <a:extLst>
              <a:ext uri="{BEBA8EAE-BF5A-486C-A8C5-ECC9F3942E4B}">
                <a14:imgProps xmlns:a14="http://schemas.microsoft.com/office/drawing/2010/main">
                  <a14:imgLayer r:embed="rId4">
                    <a14:imgEffect>
                      <a14:backgroundRemoval t="11844" b="76178" l="23735" r="76848">
                        <a14:foregroundMark x1="24060" y1="13594" x2="38911" y2="15612"/>
                        <a14:foregroundMark x1="24060" y1="12517" x2="26589" y2="12517"/>
                        <a14:foregroundMark x1="25746" y1="12517" x2="24060" y2="12248"/>
                        <a14:foregroundMark x1="23865" y1="12113" x2="26070" y2="11844"/>
                        <a14:foregroundMark x1="26913" y1="11844" x2="35214" y2="13459"/>
                        <a14:foregroundMark x1="25097" y1="70794" x2="61284" y2="76312"/>
                        <a14:foregroundMark x1="61284" y1="76312" x2="75032" y2="76312"/>
                        <a14:foregroundMark x1="75032" y1="76312" x2="24773" y2="69987"/>
                        <a14:foregroundMark x1="76848" y1="68237" x2="76654" y2="69179"/>
                      </a14:backgroundRemoval>
                    </a14:imgEffect>
                  </a14:imgLayer>
                </a14:imgProps>
              </a:ext>
              <a:ext uri="{28A0092B-C50C-407E-A947-70E740481C1C}">
                <a14:useLocalDpi xmlns:a14="http://schemas.microsoft.com/office/drawing/2010/main" val="0"/>
              </a:ext>
            </a:extLst>
          </a:blip>
          <a:srcRect l="23995" t="10602" r="22030" b="21705"/>
          <a:stretch/>
        </p:blipFill>
        <p:spPr>
          <a:xfrm>
            <a:off x="9524" y="972000"/>
            <a:ext cx="1980000" cy="1188000"/>
          </a:xfrm>
          <a:prstGeom prst="rect">
            <a:avLst/>
          </a:prstGeom>
          <a:ln>
            <a:noFill/>
          </a:ln>
        </p:spPr>
      </p:pic>
      <p:sp>
        <p:nvSpPr>
          <p:cNvPr id="64" name="직사각형 63">
            <a:extLst>
              <a:ext uri="{FF2B5EF4-FFF2-40B4-BE49-F238E27FC236}">
                <a16:creationId xmlns:a16="http://schemas.microsoft.com/office/drawing/2014/main" id="{DA072E0F-6595-4781-85C1-331708F4038C}"/>
              </a:ext>
            </a:extLst>
          </p:cNvPr>
          <p:cNvSpPr/>
          <p:nvPr/>
        </p:nvSpPr>
        <p:spPr>
          <a:xfrm>
            <a:off x="0" y="2163950"/>
            <a:ext cx="1980000"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300" dirty="0">
                <a:solidFill>
                  <a:schemeClr val="tx1"/>
                </a:solidFill>
                <a:latin typeface="Times New Roman" panose="02020603050405020304" pitchFamily="18" charset="0"/>
                <a:cs typeface="Times New Roman" panose="02020603050405020304" pitchFamily="18" charset="0"/>
              </a:rPr>
              <a:t>Abaqus/Standard 2024</a:t>
            </a:r>
            <a:endParaRPr lang="ko-KR" altLang="en-US" sz="1300" dirty="0">
              <a:solidFill>
                <a:schemeClr val="tx1"/>
              </a:solidFill>
              <a:latin typeface="Times New Roman" panose="02020603050405020304" pitchFamily="18" charset="0"/>
              <a:cs typeface="Times New Roman" panose="02020603050405020304" pitchFamily="18" charset="0"/>
            </a:endParaRPr>
          </a:p>
        </p:txBody>
      </p:sp>
      <p:sp>
        <p:nvSpPr>
          <p:cNvPr id="68" name="직사각형 67">
            <a:extLst>
              <a:ext uri="{FF2B5EF4-FFF2-40B4-BE49-F238E27FC236}">
                <a16:creationId xmlns:a16="http://schemas.microsoft.com/office/drawing/2014/main" id="{54B1BA5A-CA92-4F66-998A-D2270E75CEE5}"/>
              </a:ext>
            </a:extLst>
          </p:cNvPr>
          <p:cNvSpPr/>
          <p:nvPr/>
        </p:nvSpPr>
        <p:spPr>
          <a:xfrm>
            <a:off x="0" y="3824475"/>
            <a:ext cx="1980000"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300" dirty="0">
                <a:solidFill>
                  <a:schemeClr val="tx1"/>
                </a:solidFill>
                <a:latin typeface="Times New Roman" panose="02020603050405020304" pitchFamily="18" charset="0"/>
                <a:cs typeface="Times New Roman" panose="02020603050405020304" pitchFamily="18" charset="0"/>
              </a:rPr>
              <a:t>MBESO2D</a:t>
            </a:r>
            <a:endParaRPr lang="ko-KR" altLang="en-US" sz="1300" dirty="0">
              <a:solidFill>
                <a:schemeClr val="tx1"/>
              </a:solidFill>
              <a:latin typeface="Times New Roman" panose="02020603050405020304" pitchFamily="18" charset="0"/>
              <a:cs typeface="Times New Roman" panose="02020603050405020304" pitchFamily="18" charset="0"/>
            </a:endParaRPr>
          </a:p>
        </p:txBody>
      </p:sp>
      <p:pic>
        <p:nvPicPr>
          <p:cNvPr id="69" name="그림 68">
            <a:extLst>
              <a:ext uri="{FF2B5EF4-FFF2-40B4-BE49-F238E27FC236}">
                <a16:creationId xmlns:a16="http://schemas.microsoft.com/office/drawing/2014/main" id="{E7A4BB5E-2E34-4CCF-8DE0-FE56186FAF99}"/>
              </a:ext>
            </a:extLst>
          </p:cNvPr>
          <p:cNvPicPr>
            <a:picLocks noChangeAspect="1"/>
          </p:cNvPicPr>
          <p:nvPr/>
        </p:nvPicPr>
        <p:blipFill>
          <a:blip r:embed="rId5">
            <a:extLst>
              <a:ext uri="{28A0092B-C50C-407E-A947-70E740481C1C}">
                <a14:useLocalDpi xmlns:a14="http://schemas.microsoft.com/office/drawing/2010/main" val="0"/>
              </a:ext>
            </a:extLst>
          </a:blip>
          <a:srcRect l="2354" t="3097" r="87146" b="66224"/>
          <a:stretch/>
        </p:blipFill>
        <p:spPr>
          <a:xfrm>
            <a:off x="2088000" y="972000"/>
            <a:ext cx="858180" cy="1208118"/>
          </a:xfrm>
          <a:prstGeom prst="rect">
            <a:avLst/>
          </a:prstGeom>
          <a:ln w="9525">
            <a:solidFill>
              <a:schemeClr val="tx1"/>
            </a:solidFill>
          </a:ln>
        </p:spPr>
      </p:pic>
      <p:grpSp>
        <p:nvGrpSpPr>
          <p:cNvPr id="4" name="그룹 3">
            <a:extLst>
              <a:ext uri="{FF2B5EF4-FFF2-40B4-BE49-F238E27FC236}">
                <a16:creationId xmlns:a16="http://schemas.microsoft.com/office/drawing/2014/main" id="{97A9B0C2-3368-4967-B68F-7B9CADDA953D}"/>
              </a:ext>
            </a:extLst>
          </p:cNvPr>
          <p:cNvGrpSpPr/>
          <p:nvPr/>
        </p:nvGrpSpPr>
        <p:grpSpPr>
          <a:xfrm>
            <a:off x="864000" y="0"/>
            <a:ext cx="993551" cy="958698"/>
            <a:chOff x="3575123" y="1060188"/>
            <a:chExt cx="993551" cy="958698"/>
          </a:xfrm>
        </p:grpSpPr>
        <p:pic>
          <p:nvPicPr>
            <p:cNvPr id="82" name="그림 81">
              <a:extLst>
                <a:ext uri="{FF2B5EF4-FFF2-40B4-BE49-F238E27FC236}">
                  <a16:creationId xmlns:a16="http://schemas.microsoft.com/office/drawing/2014/main" id="{E55E033E-1B09-48B0-A859-74FDD3D4417C}"/>
                </a:ext>
              </a:extLst>
            </p:cNvPr>
            <p:cNvPicPr preferRelativeResize="0">
              <a:picLocks/>
            </p:cNvPicPr>
            <p:nvPr/>
          </p:nvPicPr>
          <p:blipFill>
            <a:blip r:embed="rId6"/>
            <a:srcRect l="85580" t="72407" r="5952" b="16570"/>
            <a:stretch/>
          </p:blipFill>
          <p:spPr>
            <a:xfrm>
              <a:off x="3580474" y="1068486"/>
              <a:ext cx="949790" cy="950400"/>
            </a:xfrm>
            <a:prstGeom prst="rect">
              <a:avLst/>
            </a:prstGeom>
            <a:ln w="9525">
              <a:solidFill>
                <a:srgbClr val="FF0000"/>
              </a:solidFill>
              <a:prstDash val="sysDash"/>
            </a:ln>
          </p:spPr>
        </p:pic>
        <p:cxnSp>
          <p:nvCxnSpPr>
            <p:cNvPr id="83" name="직선 연결선 82">
              <a:extLst>
                <a:ext uri="{FF2B5EF4-FFF2-40B4-BE49-F238E27FC236}">
                  <a16:creationId xmlns:a16="http://schemas.microsoft.com/office/drawing/2014/main" id="{A13C7BE7-6840-4759-8E87-5C462D2B955F}"/>
                </a:ext>
              </a:extLst>
            </p:cNvPr>
            <p:cNvCxnSpPr>
              <a:cxnSpLocks/>
            </p:cNvCxnSpPr>
            <p:nvPr/>
          </p:nvCxnSpPr>
          <p:spPr>
            <a:xfrm>
              <a:off x="3578092" y="1135436"/>
              <a:ext cx="572400"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4" name="직선 연결선 83">
              <a:extLst>
                <a:ext uri="{FF2B5EF4-FFF2-40B4-BE49-F238E27FC236}">
                  <a16:creationId xmlns:a16="http://schemas.microsoft.com/office/drawing/2014/main" id="{4D5F80B5-F44E-4E87-A835-C1026889AC3E}"/>
                </a:ext>
              </a:extLst>
            </p:cNvPr>
            <p:cNvCxnSpPr>
              <a:cxnSpLocks/>
            </p:cNvCxnSpPr>
            <p:nvPr/>
          </p:nvCxnSpPr>
          <p:spPr>
            <a:xfrm>
              <a:off x="3578092" y="1313658"/>
              <a:ext cx="572400"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5" name="직선 연결선 84">
              <a:extLst>
                <a:ext uri="{FF2B5EF4-FFF2-40B4-BE49-F238E27FC236}">
                  <a16:creationId xmlns:a16="http://schemas.microsoft.com/office/drawing/2014/main" id="{B32F1584-2752-44DE-8F29-3778F20C677C}"/>
                </a:ext>
              </a:extLst>
            </p:cNvPr>
            <p:cNvCxnSpPr>
              <a:cxnSpLocks/>
            </p:cNvCxnSpPr>
            <p:nvPr/>
          </p:nvCxnSpPr>
          <p:spPr>
            <a:xfrm>
              <a:off x="3578092" y="1225532"/>
              <a:ext cx="572400"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6" name="직선 연결선 85">
              <a:extLst>
                <a:ext uri="{FF2B5EF4-FFF2-40B4-BE49-F238E27FC236}">
                  <a16:creationId xmlns:a16="http://schemas.microsoft.com/office/drawing/2014/main" id="{51A72413-67F0-4CD5-8FC0-D6ECC9F1954E}"/>
                </a:ext>
              </a:extLst>
            </p:cNvPr>
            <p:cNvCxnSpPr>
              <a:cxnSpLocks/>
            </p:cNvCxnSpPr>
            <p:nvPr/>
          </p:nvCxnSpPr>
          <p:spPr>
            <a:xfrm>
              <a:off x="3576529" y="1402769"/>
              <a:ext cx="572400"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7" name="직선 연결선 86">
              <a:extLst>
                <a:ext uri="{FF2B5EF4-FFF2-40B4-BE49-F238E27FC236}">
                  <a16:creationId xmlns:a16="http://schemas.microsoft.com/office/drawing/2014/main" id="{5510ADCF-B141-435E-BBEA-BF934682D264}"/>
                </a:ext>
              </a:extLst>
            </p:cNvPr>
            <p:cNvCxnSpPr>
              <a:cxnSpLocks/>
            </p:cNvCxnSpPr>
            <p:nvPr/>
          </p:nvCxnSpPr>
          <p:spPr>
            <a:xfrm>
              <a:off x="3622793" y="1063559"/>
              <a:ext cx="0" cy="614418"/>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8" name="직선 연결선 87">
              <a:extLst>
                <a:ext uri="{FF2B5EF4-FFF2-40B4-BE49-F238E27FC236}">
                  <a16:creationId xmlns:a16="http://schemas.microsoft.com/office/drawing/2014/main" id="{F0CCB232-A084-4DE9-9894-9B39AC0D0085}"/>
                </a:ext>
              </a:extLst>
            </p:cNvPr>
            <p:cNvCxnSpPr>
              <a:cxnSpLocks/>
            </p:cNvCxnSpPr>
            <p:nvPr/>
          </p:nvCxnSpPr>
          <p:spPr>
            <a:xfrm>
              <a:off x="3705775" y="1063559"/>
              <a:ext cx="0" cy="614418"/>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9" name="직선 연결선 88">
              <a:extLst>
                <a:ext uri="{FF2B5EF4-FFF2-40B4-BE49-F238E27FC236}">
                  <a16:creationId xmlns:a16="http://schemas.microsoft.com/office/drawing/2014/main" id="{4354BC69-C45E-4AC1-97BA-61824FC38154}"/>
                </a:ext>
              </a:extLst>
            </p:cNvPr>
            <p:cNvCxnSpPr>
              <a:cxnSpLocks/>
            </p:cNvCxnSpPr>
            <p:nvPr/>
          </p:nvCxnSpPr>
          <p:spPr>
            <a:xfrm>
              <a:off x="3798281" y="1063559"/>
              <a:ext cx="0" cy="614418"/>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0" name="직선 연결선 89">
              <a:extLst>
                <a:ext uri="{FF2B5EF4-FFF2-40B4-BE49-F238E27FC236}">
                  <a16:creationId xmlns:a16="http://schemas.microsoft.com/office/drawing/2014/main" id="{2DE10F46-4840-4F59-B64D-56619988CB57}"/>
                </a:ext>
              </a:extLst>
            </p:cNvPr>
            <p:cNvCxnSpPr>
              <a:cxnSpLocks/>
            </p:cNvCxnSpPr>
            <p:nvPr/>
          </p:nvCxnSpPr>
          <p:spPr>
            <a:xfrm>
              <a:off x="3886025" y="1063559"/>
              <a:ext cx="0" cy="614418"/>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1" name="직선 연결선 90">
              <a:extLst>
                <a:ext uri="{FF2B5EF4-FFF2-40B4-BE49-F238E27FC236}">
                  <a16:creationId xmlns:a16="http://schemas.microsoft.com/office/drawing/2014/main" id="{1DF3CA66-B4A8-4DC6-B5DC-3EF6E98A6AB9}"/>
                </a:ext>
              </a:extLst>
            </p:cNvPr>
            <p:cNvCxnSpPr>
              <a:cxnSpLocks/>
            </p:cNvCxnSpPr>
            <p:nvPr/>
          </p:nvCxnSpPr>
          <p:spPr>
            <a:xfrm>
              <a:off x="3970962" y="1063559"/>
              <a:ext cx="5874" cy="614418"/>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2" name="직선 연결선 91">
              <a:extLst>
                <a:ext uri="{FF2B5EF4-FFF2-40B4-BE49-F238E27FC236}">
                  <a16:creationId xmlns:a16="http://schemas.microsoft.com/office/drawing/2014/main" id="{180849BA-BBB2-4B4D-9FA3-E4AD95F9DAEC}"/>
                </a:ext>
              </a:extLst>
            </p:cNvPr>
            <p:cNvCxnSpPr>
              <a:cxnSpLocks/>
            </p:cNvCxnSpPr>
            <p:nvPr/>
          </p:nvCxnSpPr>
          <p:spPr>
            <a:xfrm>
              <a:off x="4058038" y="1060188"/>
              <a:ext cx="0" cy="621758"/>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3" name="직선 연결선 92">
              <a:extLst>
                <a:ext uri="{FF2B5EF4-FFF2-40B4-BE49-F238E27FC236}">
                  <a16:creationId xmlns:a16="http://schemas.microsoft.com/office/drawing/2014/main" id="{6E776AC8-61B5-4125-802E-6CEC565E3A31}"/>
                </a:ext>
              </a:extLst>
            </p:cNvPr>
            <p:cNvCxnSpPr>
              <a:cxnSpLocks/>
            </p:cNvCxnSpPr>
            <p:nvPr/>
          </p:nvCxnSpPr>
          <p:spPr>
            <a:xfrm>
              <a:off x="4147983" y="1063559"/>
              <a:ext cx="0" cy="61560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4" name="직선 연결선 93">
              <a:extLst>
                <a:ext uri="{FF2B5EF4-FFF2-40B4-BE49-F238E27FC236}">
                  <a16:creationId xmlns:a16="http://schemas.microsoft.com/office/drawing/2014/main" id="{E95F3492-83B7-48B3-B633-1DA96AEF6D7F}"/>
                </a:ext>
              </a:extLst>
            </p:cNvPr>
            <p:cNvCxnSpPr>
              <a:cxnSpLocks/>
            </p:cNvCxnSpPr>
            <p:nvPr/>
          </p:nvCxnSpPr>
          <p:spPr>
            <a:xfrm>
              <a:off x="3575126" y="1497779"/>
              <a:ext cx="571308"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5" name="직선 연결선 94">
              <a:extLst>
                <a:ext uri="{FF2B5EF4-FFF2-40B4-BE49-F238E27FC236}">
                  <a16:creationId xmlns:a16="http://schemas.microsoft.com/office/drawing/2014/main" id="{5FCAEC92-3C67-40E4-B49B-FE8B360F065E}"/>
                </a:ext>
              </a:extLst>
            </p:cNvPr>
            <p:cNvCxnSpPr>
              <a:cxnSpLocks/>
            </p:cNvCxnSpPr>
            <p:nvPr/>
          </p:nvCxnSpPr>
          <p:spPr>
            <a:xfrm>
              <a:off x="3575123" y="1679070"/>
              <a:ext cx="571308"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6" name="직선 연결선 95">
              <a:extLst>
                <a:ext uri="{FF2B5EF4-FFF2-40B4-BE49-F238E27FC236}">
                  <a16:creationId xmlns:a16="http://schemas.microsoft.com/office/drawing/2014/main" id="{30CF3EE4-FA0B-4C09-8D25-0BCAABDE4D25}"/>
                </a:ext>
              </a:extLst>
            </p:cNvPr>
            <p:cNvCxnSpPr>
              <a:cxnSpLocks/>
            </p:cNvCxnSpPr>
            <p:nvPr/>
          </p:nvCxnSpPr>
          <p:spPr>
            <a:xfrm>
              <a:off x="3577504" y="1590366"/>
              <a:ext cx="571308"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8" name="직선 화살표 연결선 77">
              <a:extLst>
                <a:ext uri="{FF2B5EF4-FFF2-40B4-BE49-F238E27FC236}">
                  <a16:creationId xmlns:a16="http://schemas.microsoft.com/office/drawing/2014/main" id="{B6915716-3CF5-41C7-8D66-6CF1F1D6567B}"/>
                </a:ext>
              </a:extLst>
            </p:cNvPr>
            <p:cNvCxnSpPr>
              <a:cxnSpLocks/>
            </p:cNvCxnSpPr>
            <p:nvPr/>
          </p:nvCxnSpPr>
          <p:spPr>
            <a:xfrm>
              <a:off x="4182976" y="1681897"/>
              <a:ext cx="180000" cy="296"/>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9" name="직선 화살표 연결선 78">
              <a:extLst>
                <a:ext uri="{FF2B5EF4-FFF2-40B4-BE49-F238E27FC236}">
                  <a16:creationId xmlns:a16="http://schemas.microsoft.com/office/drawing/2014/main" id="{E4A54A5A-2E3F-4371-94C7-EA8C7D583D20}"/>
                </a:ext>
              </a:extLst>
            </p:cNvPr>
            <p:cNvCxnSpPr>
              <a:cxnSpLocks/>
            </p:cNvCxnSpPr>
            <p:nvPr/>
          </p:nvCxnSpPr>
          <p:spPr>
            <a:xfrm>
              <a:off x="4149730" y="1714135"/>
              <a:ext cx="0" cy="180000"/>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2A2A570B-23D3-4E0D-8FB7-ACCB6FB24692}"/>
                    </a:ext>
                  </a:extLst>
                </p:cNvPr>
                <p:cNvSpPr txBox="1"/>
                <p:nvPr/>
              </p:nvSpPr>
              <p:spPr>
                <a:xfrm>
                  <a:off x="4368271" y="1519219"/>
                  <a:ext cx="200403" cy="27699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ko-KR" sz="1200" i="1" smtClean="0">
                                <a:solidFill>
                                  <a:schemeClr val="tx1"/>
                                </a:solidFill>
                                <a:latin typeface="Cambria Math" panose="02040503050406030204" pitchFamily="18" charset="0"/>
                                <a:cs typeface="Times New Roman" panose="02020603050405020304" pitchFamily="18" charset="0"/>
                              </a:rPr>
                            </m:ctrlPr>
                          </m:sSubPr>
                          <m:e>
                            <m:r>
                              <m:rPr>
                                <m:nor/>
                              </m:rPr>
                              <a:rPr lang="en-US" altLang="ko-KR" sz="1200" i="1">
                                <a:solidFill>
                                  <a:schemeClr val="tx1"/>
                                </a:solidFill>
                                <a:latin typeface="Times New Roman" panose="02020603050405020304" pitchFamily="18" charset="0"/>
                                <a:cs typeface="Times New Roman" panose="02020603050405020304" pitchFamily="18" charset="0"/>
                              </a:rPr>
                              <m:t>u</m:t>
                            </m:r>
                          </m:e>
                          <m:sub>
                            <m:r>
                              <m:rPr>
                                <m:nor/>
                              </m:rPr>
                              <a:rPr lang="en-US" altLang="ko-KR" sz="1200" i="1">
                                <a:solidFill>
                                  <a:schemeClr val="tx1"/>
                                </a:solidFill>
                                <a:latin typeface="Times New Roman" panose="02020603050405020304" pitchFamily="18" charset="0"/>
                                <a:cs typeface="Times New Roman" panose="02020603050405020304" pitchFamily="18" charset="0"/>
                              </a:rPr>
                              <m:t>x</m:t>
                            </m:r>
                          </m:sub>
                        </m:sSub>
                      </m:oMath>
                    </m:oMathPara>
                  </a14:m>
                  <a:endParaRPr lang="ko-KR" altLang="en-US" sz="1200" i="1"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80" name="TextBox 79">
                  <a:extLst>
                    <a:ext uri="{FF2B5EF4-FFF2-40B4-BE49-F238E27FC236}">
                      <a16:creationId xmlns:a16="http://schemas.microsoft.com/office/drawing/2014/main" id="{2A2A570B-23D3-4E0D-8FB7-ACCB6FB24692}"/>
                    </a:ext>
                  </a:extLst>
                </p:cNvPr>
                <p:cNvSpPr txBox="1">
                  <a:spLocks noRot="1" noChangeAspect="1" noMove="1" noResize="1" noEditPoints="1" noAdjustHandles="1" noChangeArrowheads="1" noChangeShapeType="1" noTextEdit="1"/>
                </p:cNvSpPr>
                <p:nvPr/>
              </p:nvSpPr>
              <p:spPr>
                <a:xfrm>
                  <a:off x="4368271" y="1519219"/>
                  <a:ext cx="200403" cy="276999"/>
                </a:xfrm>
                <a:prstGeom prst="rect">
                  <a:avLst/>
                </a:prstGeom>
                <a:blipFill>
                  <a:blip r:embed="rId7"/>
                  <a:stretch>
                    <a:fillRect l="-15152"/>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BDE12AE8-BED7-45CC-887F-EE1799B5DB3D}"/>
                    </a:ext>
                  </a:extLst>
                </p:cNvPr>
                <p:cNvSpPr txBox="1"/>
                <p:nvPr/>
              </p:nvSpPr>
              <p:spPr>
                <a:xfrm>
                  <a:off x="3988781" y="1709377"/>
                  <a:ext cx="157050" cy="30322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ko-KR" sz="1200" i="1" smtClean="0">
                                <a:solidFill>
                                  <a:schemeClr val="tx1"/>
                                </a:solidFill>
                                <a:latin typeface="Cambria Math" panose="02040503050406030204" pitchFamily="18" charset="0"/>
                                <a:cs typeface="Times New Roman" panose="02020603050405020304" pitchFamily="18" charset="0"/>
                              </a:rPr>
                            </m:ctrlPr>
                          </m:sSubPr>
                          <m:e>
                            <m:r>
                              <m:rPr>
                                <m:nor/>
                              </m:rPr>
                              <a:rPr lang="en-US" altLang="ko-KR" sz="1200" i="1">
                                <a:solidFill>
                                  <a:schemeClr val="tx1"/>
                                </a:solidFill>
                                <a:latin typeface="Times New Roman" panose="02020603050405020304" pitchFamily="18" charset="0"/>
                                <a:cs typeface="Times New Roman" panose="02020603050405020304" pitchFamily="18" charset="0"/>
                              </a:rPr>
                              <m:t>u</m:t>
                            </m:r>
                          </m:e>
                          <m:sub>
                            <m:r>
                              <m:rPr>
                                <m:nor/>
                              </m:rPr>
                              <a:rPr lang="en-US" altLang="ko-KR" sz="1200" i="1">
                                <a:solidFill>
                                  <a:schemeClr val="tx1"/>
                                </a:solidFill>
                                <a:latin typeface="Times New Roman" panose="02020603050405020304" pitchFamily="18" charset="0"/>
                                <a:cs typeface="Times New Roman" panose="02020603050405020304" pitchFamily="18" charset="0"/>
                              </a:rPr>
                              <m:t>y</m:t>
                            </m:r>
                          </m:sub>
                        </m:sSub>
                      </m:oMath>
                    </m:oMathPara>
                  </a14:m>
                  <a:endParaRPr lang="ko-KR" altLang="en-US" sz="1200" i="1"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81" name="TextBox 80">
                  <a:extLst>
                    <a:ext uri="{FF2B5EF4-FFF2-40B4-BE49-F238E27FC236}">
                      <a16:creationId xmlns:a16="http://schemas.microsoft.com/office/drawing/2014/main" id="{BDE12AE8-BED7-45CC-887F-EE1799B5DB3D}"/>
                    </a:ext>
                  </a:extLst>
                </p:cNvPr>
                <p:cNvSpPr txBox="1">
                  <a:spLocks noRot="1" noChangeAspect="1" noMove="1" noResize="1" noEditPoints="1" noAdjustHandles="1" noChangeArrowheads="1" noChangeShapeType="1" noTextEdit="1"/>
                </p:cNvSpPr>
                <p:nvPr/>
              </p:nvSpPr>
              <p:spPr>
                <a:xfrm>
                  <a:off x="3988781" y="1709377"/>
                  <a:ext cx="157050" cy="303225"/>
                </a:xfrm>
                <a:prstGeom prst="rect">
                  <a:avLst/>
                </a:prstGeom>
                <a:blipFill>
                  <a:blip r:embed="rId8"/>
                  <a:stretch>
                    <a:fillRect l="-36000" r="-16000"/>
                  </a:stretch>
                </a:blipFill>
              </p:spPr>
              <p:txBody>
                <a:bodyPr/>
                <a:lstStyle/>
                <a:p>
                  <a:r>
                    <a:rPr lang="ko-KR" altLang="en-US">
                      <a:noFill/>
                    </a:rPr>
                    <a:t> </a:t>
                  </a:r>
                </a:p>
              </p:txBody>
            </p:sp>
          </mc:Fallback>
        </mc:AlternateContent>
        <p:sp>
          <p:nvSpPr>
            <p:cNvPr id="107" name="직사각형 106">
              <a:extLst>
                <a:ext uri="{FF2B5EF4-FFF2-40B4-BE49-F238E27FC236}">
                  <a16:creationId xmlns:a16="http://schemas.microsoft.com/office/drawing/2014/main" id="{E281C7AA-83F9-4287-A93A-9E6E25102C06}"/>
                </a:ext>
              </a:extLst>
            </p:cNvPr>
            <p:cNvSpPr>
              <a:spLocks/>
            </p:cNvSpPr>
            <p:nvPr/>
          </p:nvSpPr>
          <p:spPr>
            <a:xfrm>
              <a:off x="4059391" y="1594464"/>
              <a:ext cx="86400" cy="86400"/>
            </a:xfrm>
            <a:prstGeom prst="rect">
              <a:avLst/>
            </a:prstGeom>
            <a:noFill/>
            <a:ln w="12700">
              <a:solidFill>
                <a:srgbClr val="FF11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3200"/>
            </a:p>
          </p:txBody>
        </p:sp>
        <p:sp>
          <p:nvSpPr>
            <p:cNvPr id="77" name="타원 76">
              <a:extLst>
                <a:ext uri="{FF2B5EF4-FFF2-40B4-BE49-F238E27FC236}">
                  <a16:creationId xmlns:a16="http://schemas.microsoft.com/office/drawing/2014/main" id="{45B4DECE-604E-4360-BE39-93875BA8459E}"/>
                </a:ext>
              </a:extLst>
            </p:cNvPr>
            <p:cNvSpPr>
              <a:spLocks noChangeAspect="1"/>
            </p:cNvSpPr>
            <p:nvPr/>
          </p:nvSpPr>
          <p:spPr>
            <a:xfrm>
              <a:off x="4127591" y="1657333"/>
              <a:ext cx="43200" cy="42516"/>
            </a:xfrm>
            <a:prstGeom prst="ellipse">
              <a:avLst/>
            </a:prstGeom>
            <a:solidFill>
              <a:srgbClr val="FFFF00"/>
            </a:solidFill>
            <a:ln w="3175">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3200" dirty="0"/>
            </a:p>
          </p:txBody>
        </p:sp>
      </p:grpSp>
      <p:sp>
        <p:nvSpPr>
          <p:cNvPr id="5" name="직사각형 4">
            <a:extLst>
              <a:ext uri="{FF2B5EF4-FFF2-40B4-BE49-F238E27FC236}">
                <a16:creationId xmlns:a16="http://schemas.microsoft.com/office/drawing/2014/main" id="{E85DEBF3-B3CA-45B5-96E0-CD27F4EAF5F0}"/>
              </a:ext>
            </a:extLst>
          </p:cNvPr>
          <p:cNvSpPr>
            <a:spLocks noChangeAspect="1"/>
          </p:cNvSpPr>
          <p:nvPr/>
        </p:nvSpPr>
        <p:spPr>
          <a:xfrm>
            <a:off x="1883905" y="2049517"/>
            <a:ext cx="180000" cy="180000"/>
          </a:xfrm>
          <a:prstGeom prst="rect">
            <a:avLst/>
          </a:prstGeom>
          <a:noFill/>
          <a:ln w="952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7" name="직선 화살표 연결선 6">
            <a:extLst>
              <a:ext uri="{FF2B5EF4-FFF2-40B4-BE49-F238E27FC236}">
                <a16:creationId xmlns:a16="http://schemas.microsoft.com/office/drawing/2014/main" id="{ABD4CCE9-DA44-4629-81B1-68DC51097E1C}"/>
              </a:ext>
            </a:extLst>
          </p:cNvPr>
          <p:cNvCxnSpPr>
            <a:cxnSpLocks/>
          </p:cNvCxnSpPr>
          <p:nvPr/>
        </p:nvCxnSpPr>
        <p:spPr>
          <a:xfrm flipH="1" flipV="1">
            <a:off x="1583531" y="972000"/>
            <a:ext cx="396469" cy="1077518"/>
          </a:xfrm>
          <a:prstGeom prst="straightConnector1">
            <a:avLst/>
          </a:prstGeom>
          <a:ln w="9525">
            <a:solidFill>
              <a:srgbClr val="FF0000"/>
            </a:solidFill>
            <a:prstDash val="sysDash"/>
            <a:tailEnd type="triangle" w="sm" len="sm"/>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9E22821C-2E96-47ED-B7C7-C35D3464F75D}"/>
                  </a:ext>
                </a:extLst>
              </p:cNvPr>
              <p:cNvSpPr txBox="1"/>
              <p:nvPr/>
            </p:nvSpPr>
            <p:spPr>
              <a:xfrm>
                <a:off x="1480459" y="582239"/>
                <a:ext cx="200403" cy="28334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ko-KR" sz="1200" i="1" smtClean="0">
                              <a:solidFill>
                                <a:schemeClr val="tx1"/>
                              </a:solidFill>
                              <a:latin typeface="Cambria Math" panose="02040503050406030204" pitchFamily="18" charset="0"/>
                              <a:cs typeface="Times New Roman" panose="02020603050405020304" pitchFamily="18" charset="0"/>
                            </a:rPr>
                          </m:ctrlPr>
                        </m:sSubPr>
                        <m:e>
                          <m:r>
                            <m:rPr>
                              <m:nor/>
                            </m:rPr>
                            <a:rPr lang="en-US" altLang="ko-KR" sz="1200" b="0" i="1" smtClean="0">
                              <a:solidFill>
                                <a:schemeClr val="tx1"/>
                              </a:solidFill>
                              <a:latin typeface="Times New Roman" panose="02020603050405020304" pitchFamily="18" charset="0"/>
                              <a:cs typeface="Times New Roman" panose="02020603050405020304" pitchFamily="18" charset="0"/>
                            </a:rPr>
                            <m:t>P</m:t>
                          </m:r>
                        </m:e>
                        <m:sub>
                          <m:r>
                            <m:rPr>
                              <m:nor/>
                            </m:rPr>
                            <a:rPr lang="en-US" altLang="ko-KR" sz="1200" i="1" smtClean="0">
                              <a:solidFill>
                                <a:schemeClr val="tx1"/>
                              </a:solidFill>
                              <a:latin typeface="Times New Roman" panose="02020603050405020304" pitchFamily="18" charset="0"/>
                              <a:cs typeface="Times New Roman" panose="02020603050405020304" pitchFamily="18" charset="0"/>
                            </a:rPr>
                            <m:t>I</m:t>
                          </m:r>
                        </m:sub>
                      </m:sSub>
                    </m:oMath>
                  </m:oMathPara>
                </a14:m>
                <a:endParaRPr lang="ko-KR" altLang="en-US" sz="1200" i="1"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09" name="TextBox 108">
                <a:extLst>
                  <a:ext uri="{FF2B5EF4-FFF2-40B4-BE49-F238E27FC236}">
                    <a16:creationId xmlns:a16="http://schemas.microsoft.com/office/drawing/2014/main" id="{9E22821C-2E96-47ED-B7C7-C35D3464F75D}"/>
                  </a:ext>
                </a:extLst>
              </p:cNvPr>
              <p:cNvSpPr txBox="1">
                <a:spLocks noRot="1" noChangeAspect="1" noMove="1" noResize="1" noEditPoints="1" noAdjustHandles="1" noChangeArrowheads="1" noChangeShapeType="1" noTextEdit="1"/>
              </p:cNvSpPr>
              <p:nvPr/>
            </p:nvSpPr>
            <p:spPr>
              <a:xfrm>
                <a:off x="1480459" y="582239"/>
                <a:ext cx="200403" cy="283347"/>
              </a:xfrm>
              <a:prstGeom prst="rect">
                <a:avLst/>
              </a:prstGeom>
              <a:blipFill>
                <a:blip r:embed="rId9"/>
                <a:stretch>
                  <a:fillRect l="-24242" r="-3030" b="-4348"/>
                </a:stretch>
              </a:blipFill>
            </p:spPr>
            <p:txBody>
              <a:bodyPr/>
              <a:lstStyle/>
              <a:p>
                <a:r>
                  <a:rPr lang="ko-KR" altLang="en-US">
                    <a:noFill/>
                  </a:rPr>
                  <a:t> </a:t>
                </a:r>
              </a:p>
            </p:txBody>
          </p:sp>
        </mc:Fallback>
      </mc:AlternateContent>
      <p:sp>
        <p:nvSpPr>
          <p:cNvPr id="33" name="직사각형 32">
            <a:extLst>
              <a:ext uri="{FF2B5EF4-FFF2-40B4-BE49-F238E27FC236}">
                <a16:creationId xmlns:a16="http://schemas.microsoft.com/office/drawing/2014/main" id="{A7033CC7-3ED0-48DF-BF65-4970C5E703D5}"/>
              </a:ext>
            </a:extLst>
          </p:cNvPr>
          <p:cNvSpPr/>
          <p:nvPr/>
        </p:nvSpPr>
        <p:spPr>
          <a:xfrm>
            <a:off x="144171" y="5147055"/>
            <a:ext cx="1760220" cy="335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dirty="0">
                <a:solidFill>
                  <a:srgbClr val="FF0000"/>
                </a:solidFill>
                <a:latin typeface="Times New Roman" panose="02020603050405020304" pitchFamily="18" charset="0"/>
                <a:cs typeface="Times New Roman" panose="02020603050405020304" pitchFamily="18" charset="0"/>
              </a:rPr>
              <a:t>Fig. 5a</a:t>
            </a:r>
            <a:endParaRPr lang="ko-KR" altLang="en-US"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1877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그림 8">
            <a:extLst>
              <a:ext uri="{FF2B5EF4-FFF2-40B4-BE49-F238E27FC236}">
                <a16:creationId xmlns:a16="http://schemas.microsoft.com/office/drawing/2014/main" id="{6413DE08-BC4E-44C3-AAE2-305A77169E07}"/>
              </a:ext>
            </a:extLst>
          </p:cNvPr>
          <p:cNvPicPr>
            <a:picLocks noChangeAspect="1"/>
          </p:cNvPicPr>
          <p:nvPr/>
        </p:nvPicPr>
        <p:blipFill rotWithShape="1">
          <a:blip r:embed="rId2"/>
          <a:srcRect l="181" t="6044" r="51848" b="60850"/>
          <a:stretch/>
        </p:blipFill>
        <p:spPr>
          <a:xfrm>
            <a:off x="0" y="2516291"/>
            <a:ext cx="3810677" cy="1202269"/>
          </a:xfrm>
          <a:prstGeom prst="rect">
            <a:avLst/>
          </a:prstGeom>
        </p:spPr>
      </p:pic>
      <p:pic>
        <p:nvPicPr>
          <p:cNvPr id="7" name="그림 6">
            <a:extLst>
              <a:ext uri="{FF2B5EF4-FFF2-40B4-BE49-F238E27FC236}">
                <a16:creationId xmlns:a16="http://schemas.microsoft.com/office/drawing/2014/main" id="{60B8CDC8-2501-4CA0-83D8-137BBA31F0E3}"/>
              </a:ext>
            </a:extLst>
          </p:cNvPr>
          <p:cNvPicPr preferRelativeResize="0">
            <a:picLocks/>
          </p:cNvPicPr>
          <p:nvPr/>
        </p:nvPicPr>
        <p:blipFill rotWithShape="1">
          <a:blip r:embed="rId3">
            <a:extLst>
              <a:ext uri="{28A0092B-C50C-407E-A947-70E740481C1C}">
                <a14:useLocalDpi xmlns:a14="http://schemas.microsoft.com/office/drawing/2010/main" val="0"/>
              </a:ext>
            </a:extLst>
          </a:blip>
          <a:srcRect l="13229" t="30193" r="12937" b="34693"/>
          <a:stretch/>
        </p:blipFill>
        <p:spPr>
          <a:xfrm>
            <a:off x="11112" y="1399420"/>
            <a:ext cx="3042000" cy="759600"/>
          </a:xfrm>
          <a:prstGeom prst="rect">
            <a:avLst/>
          </a:prstGeom>
        </p:spPr>
      </p:pic>
      <p:grpSp>
        <p:nvGrpSpPr>
          <p:cNvPr id="5" name="그룹 4">
            <a:extLst>
              <a:ext uri="{FF2B5EF4-FFF2-40B4-BE49-F238E27FC236}">
                <a16:creationId xmlns:a16="http://schemas.microsoft.com/office/drawing/2014/main" id="{88991D80-95EC-4954-B8B4-9A82BA87CF36}"/>
              </a:ext>
            </a:extLst>
          </p:cNvPr>
          <p:cNvGrpSpPr/>
          <p:nvPr/>
        </p:nvGrpSpPr>
        <p:grpSpPr>
          <a:xfrm>
            <a:off x="1414929" y="0"/>
            <a:ext cx="956117" cy="1095613"/>
            <a:chOff x="7643648" y="1056618"/>
            <a:chExt cx="956117" cy="1095613"/>
          </a:xfrm>
        </p:grpSpPr>
        <p:sp>
          <p:nvSpPr>
            <p:cNvPr id="11" name="자유형: 도형 10">
              <a:extLst>
                <a:ext uri="{FF2B5EF4-FFF2-40B4-BE49-F238E27FC236}">
                  <a16:creationId xmlns:a16="http://schemas.microsoft.com/office/drawing/2014/main" id="{DE6D5D3B-1884-45C4-B7F3-955A65BA3128}"/>
                </a:ext>
              </a:extLst>
            </p:cNvPr>
            <p:cNvSpPr/>
            <p:nvPr/>
          </p:nvSpPr>
          <p:spPr>
            <a:xfrm>
              <a:off x="7648006" y="1224120"/>
              <a:ext cx="943186" cy="598099"/>
            </a:xfrm>
            <a:custGeom>
              <a:avLst/>
              <a:gdLst>
                <a:gd name="connsiteX0" fmla="*/ 211 w 943186"/>
                <a:gd name="connsiteY0" fmla="*/ 78581 h 590550"/>
                <a:gd name="connsiteX1" fmla="*/ 331205 w 943186"/>
                <a:gd name="connsiteY1" fmla="*/ 80963 h 590550"/>
                <a:gd name="connsiteX2" fmla="*/ 326442 w 943186"/>
                <a:gd name="connsiteY2" fmla="*/ 0 h 590550"/>
                <a:gd name="connsiteX3" fmla="*/ 940805 w 943186"/>
                <a:gd name="connsiteY3" fmla="*/ 2381 h 590550"/>
                <a:gd name="connsiteX4" fmla="*/ 943186 w 943186"/>
                <a:gd name="connsiteY4" fmla="*/ 416719 h 590550"/>
                <a:gd name="connsiteX5" fmla="*/ 681248 w 943186"/>
                <a:gd name="connsiteY5" fmla="*/ 419100 h 590550"/>
                <a:gd name="connsiteX6" fmla="*/ 681248 w 943186"/>
                <a:gd name="connsiteY6" fmla="*/ 509588 h 590550"/>
                <a:gd name="connsiteX7" fmla="*/ 414548 w 943186"/>
                <a:gd name="connsiteY7" fmla="*/ 511969 h 590550"/>
                <a:gd name="connsiteX8" fmla="*/ 412167 w 943186"/>
                <a:gd name="connsiteY8" fmla="*/ 590550 h 590550"/>
                <a:gd name="connsiteX9" fmla="*/ 2592 w 943186"/>
                <a:gd name="connsiteY9" fmla="*/ 588169 h 590550"/>
                <a:gd name="connsiteX10" fmla="*/ 211 w 943186"/>
                <a:gd name="connsiteY10" fmla="*/ 78581 h 59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3186" h="590550">
                  <a:moveTo>
                    <a:pt x="211" y="78581"/>
                  </a:moveTo>
                  <a:lnTo>
                    <a:pt x="331205" y="80963"/>
                  </a:lnTo>
                  <a:lnTo>
                    <a:pt x="326442" y="0"/>
                  </a:lnTo>
                  <a:lnTo>
                    <a:pt x="940805" y="2381"/>
                  </a:lnTo>
                  <a:cubicBezTo>
                    <a:pt x="941599" y="140494"/>
                    <a:pt x="942392" y="278606"/>
                    <a:pt x="943186" y="416719"/>
                  </a:cubicBezTo>
                  <a:lnTo>
                    <a:pt x="681248" y="419100"/>
                  </a:lnTo>
                  <a:lnTo>
                    <a:pt x="681248" y="509588"/>
                  </a:lnTo>
                  <a:lnTo>
                    <a:pt x="414548" y="511969"/>
                  </a:lnTo>
                  <a:cubicBezTo>
                    <a:pt x="413754" y="538163"/>
                    <a:pt x="412961" y="564356"/>
                    <a:pt x="412167" y="590550"/>
                  </a:cubicBezTo>
                  <a:lnTo>
                    <a:pt x="2592" y="588169"/>
                  </a:lnTo>
                  <a:cubicBezTo>
                    <a:pt x="1005" y="418306"/>
                    <a:pt x="-583" y="248444"/>
                    <a:pt x="211" y="78581"/>
                  </a:cubicBezTo>
                  <a:close/>
                </a:path>
              </a:pathLst>
            </a:custGeom>
            <a:solidFill>
              <a:srgbClr val="00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2" name="직선 연결선 11">
              <a:extLst>
                <a:ext uri="{FF2B5EF4-FFF2-40B4-BE49-F238E27FC236}">
                  <a16:creationId xmlns:a16="http://schemas.microsoft.com/office/drawing/2014/main" id="{50A81E3F-41F5-4516-856C-702B11C31D72}"/>
                </a:ext>
              </a:extLst>
            </p:cNvPr>
            <p:cNvCxnSpPr>
              <a:cxnSpLocks/>
            </p:cNvCxnSpPr>
            <p:nvPr/>
          </p:nvCxnSpPr>
          <p:spPr>
            <a:xfrm>
              <a:off x="7643648" y="1470796"/>
              <a:ext cx="950448"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직선 연결선 12">
              <a:extLst>
                <a:ext uri="{FF2B5EF4-FFF2-40B4-BE49-F238E27FC236}">
                  <a16:creationId xmlns:a16="http://schemas.microsoft.com/office/drawing/2014/main" id="{3125ED6B-6B2C-4B84-ACF8-95BF94D2B31F}"/>
                </a:ext>
              </a:extLst>
            </p:cNvPr>
            <p:cNvCxnSpPr>
              <a:cxnSpLocks/>
            </p:cNvCxnSpPr>
            <p:nvPr/>
          </p:nvCxnSpPr>
          <p:spPr>
            <a:xfrm>
              <a:off x="7644624" y="1643036"/>
              <a:ext cx="95514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직선 연결선 13">
              <a:extLst>
                <a:ext uri="{FF2B5EF4-FFF2-40B4-BE49-F238E27FC236}">
                  <a16:creationId xmlns:a16="http://schemas.microsoft.com/office/drawing/2014/main" id="{8477D8A2-40A9-43A7-93DB-C86417B1EEB1}"/>
                </a:ext>
              </a:extLst>
            </p:cNvPr>
            <p:cNvCxnSpPr>
              <a:cxnSpLocks/>
            </p:cNvCxnSpPr>
            <p:nvPr/>
          </p:nvCxnSpPr>
          <p:spPr>
            <a:xfrm>
              <a:off x="7644624" y="1814132"/>
              <a:ext cx="420313"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직선 연결선 14">
              <a:extLst>
                <a:ext uri="{FF2B5EF4-FFF2-40B4-BE49-F238E27FC236}">
                  <a16:creationId xmlns:a16="http://schemas.microsoft.com/office/drawing/2014/main" id="{6E25F959-FD12-471C-9A3B-47C0EBC0AE4C}"/>
                </a:ext>
              </a:extLst>
            </p:cNvPr>
            <p:cNvCxnSpPr>
              <a:cxnSpLocks/>
            </p:cNvCxnSpPr>
            <p:nvPr/>
          </p:nvCxnSpPr>
          <p:spPr>
            <a:xfrm>
              <a:off x="7644624" y="1736300"/>
              <a:ext cx="682249"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직선 연결선 15">
              <a:extLst>
                <a:ext uri="{FF2B5EF4-FFF2-40B4-BE49-F238E27FC236}">
                  <a16:creationId xmlns:a16="http://schemas.microsoft.com/office/drawing/2014/main" id="{46817F42-42AD-481E-8C31-8E5527CDA748}"/>
                </a:ext>
              </a:extLst>
            </p:cNvPr>
            <p:cNvCxnSpPr>
              <a:cxnSpLocks/>
            </p:cNvCxnSpPr>
            <p:nvPr/>
          </p:nvCxnSpPr>
          <p:spPr>
            <a:xfrm>
              <a:off x="7715743" y="1304109"/>
              <a:ext cx="0" cy="512404"/>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직선 연결선 16">
              <a:extLst>
                <a:ext uri="{FF2B5EF4-FFF2-40B4-BE49-F238E27FC236}">
                  <a16:creationId xmlns:a16="http://schemas.microsoft.com/office/drawing/2014/main" id="{C02E2AA2-2D04-4DD0-BC5B-41E8370D4D28}"/>
                </a:ext>
              </a:extLst>
            </p:cNvPr>
            <p:cNvCxnSpPr>
              <a:cxnSpLocks/>
            </p:cNvCxnSpPr>
            <p:nvPr/>
          </p:nvCxnSpPr>
          <p:spPr>
            <a:xfrm>
              <a:off x="7803488" y="1304109"/>
              <a:ext cx="0" cy="512404"/>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 name="직선 연결선 17">
              <a:extLst>
                <a:ext uri="{FF2B5EF4-FFF2-40B4-BE49-F238E27FC236}">
                  <a16:creationId xmlns:a16="http://schemas.microsoft.com/office/drawing/2014/main" id="{DA454C63-50F0-4408-9927-35CEC8E7883B}"/>
                </a:ext>
              </a:extLst>
            </p:cNvPr>
            <p:cNvCxnSpPr>
              <a:cxnSpLocks/>
            </p:cNvCxnSpPr>
            <p:nvPr/>
          </p:nvCxnSpPr>
          <p:spPr>
            <a:xfrm>
              <a:off x="7891232" y="1304109"/>
              <a:ext cx="0" cy="512404"/>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직선 연결선 18">
              <a:extLst>
                <a:ext uri="{FF2B5EF4-FFF2-40B4-BE49-F238E27FC236}">
                  <a16:creationId xmlns:a16="http://schemas.microsoft.com/office/drawing/2014/main" id="{9DA15FA6-B0EB-4364-BC97-B7C82C75930C}"/>
                </a:ext>
              </a:extLst>
            </p:cNvPr>
            <p:cNvCxnSpPr>
              <a:cxnSpLocks/>
            </p:cNvCxnSpPr>
            <p:nvPr/>
          </p:nvCxnSpPr>
          <p:spPr>
            <a:xfrm>
              <a:off x="7976169" y="1225528"/>
              <a:ext cx="0" cy="590985"/>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 name="직선 연결선 19">
              <a:extLst>
                <a:ext uri="{FF2B5EF4-FFF2-40B4-BE49-F238E27FC236}">
                  <a16:creationId xmlns:a16="http://schemas.microsoft.com/office/drawing/2014/main" id="{8D8E8612-705D-4F66-99BF-3F1B6119F055}"/>
                </a:ext>
              </a:extLst>
            </p:cNvPr>
            <p:cNvCxnSpPr>
              <a:cxnSpLocks/>
            </p:cNvCxnSpPr>
            <p:nvPr/>
          </p:nvCxnSpPr>
          <p:spPr>
            <a:xfrm>
              <a:off x="8063245" y="1225528"/>
              <a:ext cx="0" cy="593906"/>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직선 연결선 20">
              <a:extLst>
                <a:ext uri="{FF2B5EF4-FFF2-40B4-BE49-F238E27FC236}">
                  <a16:creationId xmlns:a16="http://schemas.microsoft.com/office/drawing/2014/main" id="{786385B3-B95B-4D42-A14F-EED003C87A20}"/>
                </a:ext>
              </a:extLst>
            </p:cNvPr>
            <p:cNvCxnSpPr>
              <a:cxnSpLocks/>
            </p:cNvCxnSpPr>
            <p:nvPr/>
          </p:nvCxnSpPr>
          <p:spPr>
            <a:xfrm>
              <a:off x="8153190" y="1225528"/>
              <a:ext cx="0" cy="508181"/>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직선 연결선 21">
              <a:extLst>
                <a:ext uri="{FF2B5EF4-FFF2-40B4-BE49-F238E27FC236}">
                  <a16:creationId xmlns:a16="http://schemas.microsoft.com/office/drawing/2014/main" id="{60576467-CC30-4B0B-97D7-5430DADEF5B0}"/>
                </a:ext>
              </a:extLst>
            </p:cNvPr>
            <p:cNvCxnSpPr>
              <a:cxnSpLocks/>
            </p:cNvCxnSpPr>
            <p:nvPr/>
          </p:nvCxnSpPr>
          <p:spPr>
            <a:xfrm>
              <a:off x="8239385" y="1225528"/>
              <a:ext cx="0" cy="512943"/>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직선 연결선 22">
              <a:extLst>
                <a:ext uri="{FF2B5EF4-FFF2-40B4-BE49-F238E27FC236}">
                  <a16:creationId xmlns:a16="http://schemas.microsoft.com/office/drawing/2014/main" id="{DB86F71A-7F0B-44C0-9944-34484929E1E8}"/>
                </a:ext>
              </a:extLst>
            </p:cNvPr>
            <p:cNvCxnSpPr>
              <a:cxnSpLocks/>
            </p:cNvCxnSpPr>
            <p:nvPr/>
          </p:nvCxnSpPr>
          <p:spPr>
            <a:xfrm>
              <a:off x="8325717" y="1225528"/>
              <a:ext cx="0" cy="51120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직선 연결선 23">
              <a:extLst>
                <a:ext uri="{FF2B5EF4-FFF2-40B4-BE49-F238E27FC236}">
                  <a16:creationId xmlns:a16="http://schemas.microsoft.com/office/drawing/2014/main" id="{D6503C38-47C3-43CE-A0AF-010AC5DFC15F}"/>
                </a:ext>
              </a:extLst>
            </p:cNvPr>
            <p:cNvCxnSpPr>
              <a:cxnSpLocks/>
            </p:cNvCxnSpPr>
            <p:nvPr/>
          </p:nvCxnSpPr>
          <p:spPr>
            <a:xfrm>
              <a:off x="8413461" y="1225528"/>
              <a:ext cx="0" cy="41760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5" name="직선 연결선 24">
              <a:extLst>
                <a:ext uri="{FF2B5EF4-FFF2-40B4-BE49-F238E27FC236}">
                  <a16:creationId xmlns:a16="http://schemas.microsoft.com/office/drawing/2014/main" id="{1FCD5A54-4FCE-41D0-9D65-D52E27F8A148}"/>
                </a:ext>
              </a:extLst>
            </p:cNvPr>
            <p:cNvCxnSpPr>
              <a:cxnSpLocks/>
            </p:cNvCxnSpPr>
            <p:nvPr/>
          </p:nvCxnSpPr>
          <p:spPr>
            <a:xfrm>
              <a:off x="8501205" y="1225528"/>
              <a:ext cx="0" cy="420074"/>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직선 연결선 27">
              <a:extLst>
                <a:ext uri="{FF2B5EF4-FFF2-40B4-BE49-F238E27FC236}">
                  <a16:creationId xmlns:a16="http://schemas.microsoft.com/office/drawing/2014/main" id="{8C202928-7B0D-490A-A320-861A2F42E01A}"/>
                </a:ext>
              </a:extLst>
            </p:cNvPr>
            <p:cNvCxnSpPr>
              <a:cxnSpLocks/>
            </p:cNvCxnSpPr>
            <p:nvPr/>
          </p:nvCxnSpPr>
          <p:spPr>
            <a:xfrm>
              <a:off x="7644623" y="1554930"/>
              <a:ext cx="95514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 name="직선 연결선 28">
              <a:extLst>
                <a:ext uri="{FF2B5EF4-FFF2-40B4-BE49-F238E27FC236}">
                  <a16:creationId xmlns:a16="http://schemas.microsoft.com/office/drawing/2014/main" id="{144EBC77-F967-49B7-8DC8-6FF325620291}"/>
                </a:ext>
              </a:extLst>
            </p:cNvPr>
            <p:cNvCxnSpPr>
              <a:cxnSpLocks/>
            </p:cNvCxnSpPr>
            <p:nvPr/>
          </p:nvCxnSpPr>
          <p:spPr>
            <a:xfrm>
              <a:off x="7644623" y="1382690"/>
              <a:ext cx="950448"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직선 연결선 29">
              <a:extLst>
                <a:ext uri="{FF2B5EF4-FFF2-40B4-BE49-F238E27FC236}">
                  <a16:creationId xmlns:a16="http://schemas.microsoft.com/office/drawing/2014/main" id="{C7F667E5-A077-4A8A-BB99-6385AF7CFC9A}"/>
                </a:ext>
              </a:extLst>
            </p:cNvPr>
            <p:cNvCxnSpPr>
              <a:cxnSpLocks/>
            </p:cNvCxnSpPr>
            <p:nvPr/>
          </p:nvCxnSpPr>
          <p:spPr>
            <a:xfrm>
              <a:off x="7644623" y="1304109"/>
              <a:ext cx="950448"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 name="직선 연결선 30">
              <a:extLst>
                <a:ext uri="{FF2B5EF4-FFF2-40B4-BE49-F238E27FC236}">
                  <a16:creationId xmlns:a16="http://schemas.microsoft.com/office/drawing/2014/main" id="{BB3AF632-6A27-4595-B442-ACCAC8402873}"/>
                </a:ext>
              </a:extLst>
            </p:cNvPr>
            <p:cNvCxnSpPr>
              <a:cxnSpLocks/>
            </p:cNvCxnSpPr>
            <p:nvPr/>
          </p:nvCxnSpPr>
          <p:spPr>
            <a:xfrm>
              <a:off x="7976829" y="1225528"/>
              <a:ext cx="618242"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 name="직선 연결선 31">
              <a:extLst>
                <a:ext uri="{FF2B5EF4-FFF2-40B4-BE49-F238E27FC236}">
                  <a16:creationId xmlns:a16="http://schemas.microsoft.com/office/drawing/2014/main" id="{DDE9E8B5-5478-4B64-8D2B-855968989269}"/>
                </a:ext>
              </a:extLst>
            </p:cNvPr>
            <p:cNvCxnSpPr>
              <a:cxnSpLocks/>
            </p:cNvCxnSpPr>
            <p:nvPr/>
          </p:nvCxnSpPr>
          <p:spPr>
            <a:xfrm>
              <a:off x="8586047" y="1225528"/>
              <a:ext cx="0" cy="420074"/>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33" name="직사각형 32">
              <a:extLst>
                <a:ext uri="{FF2B5EF4-FFF2-40B4-BE49-F238E27FC236}">
                  <a16:creationId xmlns:a16="http://schemas.microsoft.com/office/drawing/2014/main" id="{7035784A-05A4-4973-BE1E-992B001C484E}"/>
                </a:ext>
              </a:extLst>
            </p:cNvPr>
            <p:cNvSpPr/>
            <p:nvPr/>
          </p:nvSpPr>
          <p:spPr>
            <a:xfrm>
              <a:off x="7644623" y="1056618"/>
              <a:ext cx="949789" cy="1061569"/>
            </a:xfrm>
            <a:prstGeom prst="rect">
              <a:avLst/>
            </a:prstGeom>
            <a:noFill/>
            <a:ln w="952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 name="그룹 1">
              <a:extLst>
                <a:ext uri="{FF2B5EF4-FFF2-40B4-BE49-F238E27FC236}">
                  <a16:creationId xmlns:a16="http://schemas.microsoft.com/office/drawing/2014/main" id="{90CDCC33-D4AC-4A8F-B224-AEC2D63727F4}"/>
                </a:ext>
              </a:extLst>
            </p:cNvPr>
            <p:cNvGrpSpPr/>
            <p:nvPr/>
          </p:nvGrpSpPr>
          <p:grpSpPr>
            <a:xfrm>
              <a:off x="7904017" y="1661231"/>
              <a:ext cx="598947" cy="491000"/>
              <a:chOff x="8211195" y="2898687"/>
              <a:chExt cx="598947" cy="491000"/>
            </a:xfrm>
          </p:grpSpPr>
          <p:cxnSp>
            <p:nvCxnSpPr>
              <p:cNvPr id="65" name="직선 화살표 연결선 64">
                <a:extLst>
                  <a:ext uri="{FF2B5EF4-FFF2-40B4-BE49-F238E27FC236}">
                    <a16:creationId xmlns:a16="http://schemas.microsoft.com/office/drawing/2014/main" id="{A316E9DD-C421-4706-A5C7-FCCB136013E1}"/>
                  </a:ext>
                </a:extLst>
              </p:cNvPr>
              <p:cNvCxnSpPr>
                <a:cxnSpLocks/>
              </p:cNvCxnSpPr>
              <p:nvPr/>
            </p:nvCxnSpPr>
            <p:spPr>
              <a:xfrm>
                <a:off x="8405391" y="3058982"/>
                <a:ext cx="180000" cy="296"/>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6" name="직선 화살표 연결선 65">
                <a:extLst>
                  <a:ext uri="{FF2B5EF4-FFF2-40B4-BE49-F238E27FC236}">
                    <a16:creationId xmlns:a16="http://schemas.microsoft.com/office/drawing/2014/main" id="{0079172E-A222-40DD-AF50-77719EC50E44}"/>
                  </a:ext>
                </a:extLst>
              </p:cNvPr>
              <p:cNvCxnSpPr>
                <a:cxnSpLocks/>
              </p:cNvCxnSpPr>
              <p:nvPr/>
            </p:nvCxnSpPr>
            <p:spPr>
              <a:xfrm>
                <a:off x="8372145" y="3091220"/>
                <a:ext cx="0" cy="180000"/>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10A64BA5-E399-4E71-8321-749302875C7B}"/>
                      </a:ext>
                    </a:extLst>
                  </p:cNvPr>
                  <p:cNvSpPr txBox="1"/>
                  <p:nvPr/>
                </p:nvSpPr>
                <p:spPr>
                  <a:xfrm>
                    <a:off x="8609739" y="2898687"/>
                    <a:ext cx="200403" cy="27699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ko-KR" sz="1200" i="1" smtClean="0">
                                  <a:solidFill>
                                    <a:schemeClr val="tx1"/>
                                  </a:solidFill>
                                  <a:latin typeface="Cambria Math" panose="02040503050406030204" pitchFamily="18" charset="0"/>
                                  <a:cs typeface="Times New Roman" panose="02020603050405020304" pitchFamily="18" charset="0"/>
                                </a:rPr>
                              </m:ctrlPr>
                            </m:sSubPr>
                            <m:e>
                              <m:r>
                                <m:rPr>
                                  <m:nor/>
                                </m:rPr>
                                <a:rPr lang="en-US" altLang="ko-KR" sz="1200" i="1">
                                  <a:solidFill>
                                    <a:schemeClr val="tx1"/>
                                  </a:solidFill>
                                  <a:latin typeface="Times New Roman" panose="02020603050405020304" pitchFamily="18" charset="0"/>
                                  <a:cs typeface="Times New Roman" panose="02020603050405020304" pitchFamily="18" charset="0"/>
                                </a:rPr>
                                <m:t>u</m:t>
                              </m:r>
                            </m:e>
                            <m:sub>
                              <m:r>
                                <m:rPr>
                                  <m:nor/>
                                </m:rPr>
                                <a:rPr lang="en-US" altLang="ko-KR" sz="1200" i="1">
                                  <a:solidFill>
                                    <a:schemeClr val="tx1"/>
                                  </a:solidFill>
                                  <a:latin typeface="Times New Roman" panose="02020603050405020304" pitchFamily="18" charset="0"/>
                                  <a:cs typeface="Times New Roman" panose="02020603050405020304" pitchFamily="18" charset="0"/>
                                </a:rPr>
                                <m:t>x</m:t>
                              </m:r>
                            </m:sub>
                          </m:sSub>
                        </m:oMath>
                      </m:oMathPara>
                    </a14:m>
                    <a:endParaRPr lang="ko-KR" altLang="en-US" sz="1200" i="1"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67" name="TextBox 66">
                    <a:extLst>
                      <a:ext uri="{FF2B5EF4-FFF2-40B4-BE49-F238E27FC236}">
                        <a16:creationId xmlns:a16="http://schemas.microsoft.com/office/drawing/2014/main" id="{10A64BA5-E399-4E71-8321-749302875C7B}"/>
                      </a:ext>
                    </a:extLst>
                  </p:cNvPr>
                  <p:cNvSpPr txBox="1">
                    <a:spLocks noRot="1" noChangeAspect="1" noMove="1" noResize="1" noEditPoints="1" noAdjustHandles="1" noChangeArrowheads="1" noChangeShapeType="1" noTextEdit="1"/>
                  </p:cNvSpPr>
                  <p:nvPr/>
                </p:nvSpPr>
                <p:spPr>
                  <a:xfrm>
                    <a:off x="8609739" y="2898687"/>
                    <a:ext cx="200403" cy="276999"/>
                  </a:xfrm>
                  <a:prstGeom prst="rect">
                    <a:avLst/>
                  </a:prstGeom>
                  <a:blipFill>
                    <a:blip r:embed="rId4"/>
                    <a:stretch>
                      <a:fillRect l="-15152"/>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A2AB86D7-5147-4FCC-A15E-136DE400D924}"/>
                      </a:ext>
                    </a:extLst>
                  </p:cNvPr>
                  <p:cNvSpPr txBox="1"/>
                  <p:nvPr/>
                </p:nvSpPr>
                <p:spPr>
                  <a:xfrm>
                    <a:off x="8211195" y="3086462"/>
                    <a:ext cx="157050" cy="30322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ko-KR" sz="1200" i="1" smtClean="0">
                                  <a:solidFill>
                                    <a:schemeClr val="tx1"/>
                                  </a:solidFill>
                                  <a:latin typeface="Cambria Math" panose="02040503050406030204" pitchFamily="18" charset="0"/>
                                  <a:cs typeface="Times New Roman" panose="02020603050405020304" pitchFamily="18" charset="0"/>
                                </a:rPr>
                              </m:ctrlPr>
                            </m:sSubPr>
                            <m:e>
                              <m:r>
                                <m:rPr>
                                  <m:nor/>
                                </m:rPr>
                                <a:rPr lang="en-US" altLang="ko-KR" sz="1200" i="1">
                                  <a:solidFill>
                                    <a:schemeClr val="tx1"/>
                                  </a:solidFill>
                                  <a:latin typeface="Times New Roman" panose="02020603050405020304" pitchFamily="18" charset="0"/>
                                  <a:cs typeface="Times New Roman" panose="02020603050405020304" pitchFamily="18" charset="0"/>
                                </a:rPr>
                                <m:t>u</m:t>
                              </m:r>
                            </m:e>
                            <m:sub>
                              <m:r>
                                <m:rPr>
                                  <m:nor/>
                                </m:rPr>
                                <a:rPr lang="en-US" altLang="ko-KR" sz="1200" i="1">
                                  <a:solidFill>
                                    <a:schemeClr val="tx1"/>
                                  </a:solidFill>
                                  <a:latin typeface="Times New Roman" panose="02020603050405020304" pitchFamily="18" charset="0"/>
                                  <a:cs typeface="Times New Roman" panose="02020603050405020304" pitchFamily="18" charset="0"/>
                                </a:rPr>
                                <m:t>y</m:t>
                              </m:r>
                            </m:sub>
                          </m:sSub>
                        </m:oMath>
                      </m:oMathPara>
                    </a14:m>
                    <a:endParaRPr lang="ko-KR" altLang="en-US" sz="1200" i="1"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70" name="TextBox 69">
                    <a:extLst>
                      <a:ext uri="{FF2B5EF4-FFF2-40B4-BE49-F238E27FC236}">
                        <a16:creationId xmlns:a16="http://schemas.microsoft.com/office/drawing/2014/main" id="{A2AB86D7-5147-4FCC-A15E-136DE400D924}"/>
                      </a:ext>
                    </a:extLst>
                  </p:cNvPr>
                  <p:cNvSpPr txBox="1">
                    <a:spLocks noRot="1" noChangeAspect="1" noMove="1" noResize="1" noEditPoints="1" noAdjustHandles="1" noChangeArrowheads="1" noChangeShapeType="1" noTextEdit="1"/>
                  </p:cNvSpPr>
                  <p:nvPr/>
                </p:nvSpPr>
                <p:spPr>
                  <a:xfrm>
                    <a:off x="8211195" y="3086462"/>
                    <a:ext cx="157050" cy="303225"/>
                  </a:xfrm>
                  <a:prstGeom prst="rect">
                    <a:avLst/>
                  </a:prstGeom>
                  <a:blipFill>
                    <a:blip r:embed="rId5"/>
                    <a:stretch>
                      <a:fillRect l="-34615" r="-15385"/>
                    </a:stretch>
                  </a:blipFill>
                </p:spPr>
                <p:txBody>
                  <a:bodyPr/>
                  <a:lstStyle/>
                  <a:p>
                    <a:r>
                      <a:rPr lang="ko-KR" altLang="en-US">
                        <a:noFill/>
                      </a:rPr>
                      <a:t> </a:t>
                    </a:r>
                  </a:p>
                </p:txBody>
              </p:sp>
            </mc:Fallback>
          </mc:AlternateContent>
          <p:sp>
            <p:nvSpPr>
              <p:cNvPr id="71" name="직사각형 70">
                <a:extLst>
                  <a:ext uri="{FF2B5EF4-FFF2-40B4-BE49-F238E27FC236}">
                    <a16:creationId xmlns:a16="http://schemas.microsoft.com/office/drawing/2014/main" id="{B1451D20-75B9-4B4D-AA64-C465D183AA10}"/>
                  </a:ext>
                </a:extLst>
              </p:cNvPr>
              <p:cNvSpPr>
                <a:spLocks/>
              </p:cNvSpPr>
              <p:nvPr/>
            </p:nvSpPr>
            <p:spPr>
              <a:xfrm>
                <a:off x="8281806" y="2971549"/>
                <a:ext cx="86400" cy="86400"/>
              </a:xfrm>
              <a:prstGeom prst="rect">
                <a:avLst/>
              </a:prstGeom>
              <a:noFill/>
              <a:ln w="12700">
                <a:solidFill>
                  <a:srgbClr val="FF11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3200"/>
              </a:p>
            </p:txBody>
          </p:sp>
          <p:sp>
            <p:nvSpPr>
              <p:cNvPr id="72" name="타원 71">
                <a:extLst>
                  <a:ext uri="{FF2B5EF4-FFF2-40B4-BE49-F238E27FC236}">
                    <a16:creationId xmlns:a16="http://schemas.microsoft.com/office/drawing/2014/main" id="{E15AF3A2-606F-4639-AFBD-D6B328B109F2}"/>
                  </a:ext>
                </a:extLst>
              </p:cNvPr>
              <p:cNvSpPr>
                <a:spLocks noChangeAspect="1"/>
              </p:cNvSpPr>
              <p:nvPr/>
            </p:nvSpPr>
            <p:spPr>
              <a:xfrm>
                <a:off x="8350006" y="3034418"/>
                <a:ext cx="43200" cy="42516"/>
              </a:xfrm>
              <a:prstGeom prst="ellipse">
                <a:avLst/>
              </a:prstGeom>
              <a:solidFill>
                <a:srgbClr val="FFFF00"/>
              </a:solidFill>
              <a:ln w="3175">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3200" dirty="0"/>
              </a:p>
            </p:txBody>
          </p:sp>
        </p:grp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13480F24-1FAA-4D09-83AA-0926C5FB8B15}"/>
                    </a:ext>
                  </a:extLst>
                </p:cNvPr>
                <p:cNvSpPr txBox="1"/>
                <p:nvPr/>
              </p:nvSpPr>
              <p:spPr>
                <a:xfrm>
                  <a:off x="8170066" y="1793615"/>
                  <a:ext cx="200403" cy="28334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ko-KR" sz="1200" i="1" smtClean="0">
                                <a:solidFill>
                                  <a:schemeClr val="tx1"/>
                                </a:solidFill>
                                <a:latin typeface="Cambria Math" panose="02040503050406030204" pitchFamily="18" charset="0"/>
                                <a:cs typeface="Times New Roman" panose="02020603050405020304" pitchFamily="18" charset="0"/>
                              </a:rPr>
                            </m:ctrlPr>
                          </m:sSubPr>
                          <m:e>
                            <m:r>
                              <m:rPr>
                                <m:nor/>
                              </m:rPr>
                              <a:rPr lang="en-US" altLang="ko-KR" sz="1200" b="0" i="1" smtClean="0">
                                <a:solidFill>
                                  <a:schemeClr val="tx1"/>
                                </a:solidFill>
                                <a:latin typeface="Times New Roman" panose="02020603050405020304" pitchFamily="18" charset="0"/>
                                <a:cs typeface="Times New Roman" panose="02020603050405020304" pitchFamily="18" charset="0"/>
                              </a:rPr>
                              <m:t>P</m:t>
                            </m:r>
                          </m:e>
                          <m:sub>
                            <m:r>
                              <m:rPr>
                                <m:nor/>
                              </m:rPr>
                              <a:rPr lang="en-US" altLang="ko-KR" sz="1200" b="0" i="1" smtClean="0">
                                <a:solidFill>
                                  <a:schemeClr val="tx1"/>
                                </a:solidFill>
                                <a:latin typeface="Times New Roman" panose="02020603050405020304" pitchFamily="18" charset="0"/>
                                <a:cs typeface="Times New Roman" panose="02020603050405020304" pitchFamily="18" charset="0"/>
                              </a:rPr>
                              <m:t>III</m:t>
                            </m:r>
                          </m:sub>
                        </m:sSub>
                      </m:oMath>
                    </m:oMathPara>
                  </a14:m>
                  <a:endParaRPr lang="ko-KR" altLang="en-US" sz="1200" i="1"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74" name="TextBox 73">
                  <a:extLst>
                    <a:ext uri="{FF2B5EF4-FFF2-40B4-BE49-F238E27FC236}">
                      <a16:creationId xmlns:a16="http://schemas.microsoft.com/office/drawing/2014/main" id="{13480F24-1FAA-4D09-83AA-0926C5FB8B15}"/>
                    </a:ext>
                  </a:extLst>
                </p:cNvPr>
                <p:cNvSpPr txBox="1">
                  <a:spLocks noRot="1" noChangeAspect="1" noMove="1" noResize="1" noEditPoints="1" noAdjustHandles="1" noChangeArrowheads="1" noChangeShapeType="1" noTextEdit="1"/>
                </p:cNvSpPr>
                <p:nvPr/>
              </p:nvSpPr>
              <p:spPr>
                <a:xfrm>
                  <a:off x="8170066" y="1793615"/>
                  <a:ext cx="200403" cy="283347"/>
                </a:xfrm>
                <a:prstGeom prst="rect">
                  <a:avLst/>
                </a:prstGeom>
                <a:blipFill>
                  <a:blip r:embed="rId6"/>
                  <a:stretch>
                    <a:fillRect l="-48485" r="-30303" b="-4348"/>
                  </a:stretch>
                </a:blipFill>
              </p:spPr>
              <p:txBody>
                <a:bodyPr/>
                <a:lstStyle/>
                <a:p>
                  <a:r>
                    <a:rPr lang="ko-KR" altLang="en-US">
                      <a:noFill/>
                    </a:rPr>
                    <a:t> </a:t>
                  </a:r>
                </a:p>
              </p:txBody>
            </p:sp>
          </mc:Fallback>
        </mc:AlternateContent>
      </p:grpSp>
      <p:sp>
        <p:nvSpPr>
          <p:cNvPr id="75" name="직사각형 74">
            <a:extLst>
              <a:ext uri="{FF2B5EF4-FFF2-40B4-BE49-F238E27FC236}">
                <a16:creationId xmlns:a16="http://schemas.microsoft.com/office/drawing/2014/main" id="{42223E56-5115-4F74-A2E1-D7781FB83BAA}"/>
              </a:ext>
            </a:extLst>
          </p:cNvPr>
          <p:cNvSpPr/>
          <p:nvPr/>
        </p:nvSpPr>
        <p:spPr>
          <a:xfrm>
            <a:off x="0" y="2163950"/>
            <a:ext cx="3053112"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300" dirty="0">
                <a:solidFill>
                  <a:schemeClr val="tx1"/>
                </a:solidFill>
                <a:latin typeface="Times New Roman" panose="02020603050405020304" pitchFamily="18" charset="0"/>
                <a:cs typeface="Times New Roman" panose="02020603050405020304" pitchFamily="18" charset="0"/>
              </a:rPr>
              <a:t>Abaqus/Standard 2024</a:t>
            </a:r>
            <a:endParaRPr lang="ko-KR" altLang="en-US" sz="1300" dirty="0">
              <a:solidFill>
                <a:schemeClr val="tx1"/>
              </a:solidFill>
              <a:latin typeface="Times New Roman" panose="02020603050405020304" pitchFamily="18" charset="0"/>
              <a:cs typeface="Times New Roman" panose="02020603050405020304" pitchFamily="18" charset="0"/>
            </a:endParaRPr>
          </a:p>
        </p:txBody>
      </p:sp>
      <p:sp>
        <p:nvSpPr>
          <p:cNvPr id="76" name="직사각형 75">
            <a:extLst>
              <a:ext uri="{FF2B5EF4-FFF2-40B4-BE49-F238E27FC236}">
                <a16:creationId xmlns:a16="http://schemas.microsoft.com/office/drawing/2014/main" id="{6F6EA9E7-A1C4-4809-8D79-8C48FA9B2BAE}"/>
              </a:ext>
            </a:extLst>
          </p:cNvPr>
          <p:cNvSpPr>
            <a:spLocks noChangeAspect="1"/>
          </p:cNvSpPr>
          <p:nvPr/>
        </p:nvSpPr>
        <p:spPr>
          <a:xfrm>
            <a:off x="1981538" y="2066185"/>
            <a:ext cx="108000" cy="108000"/>
          </a:xfrm>
          <a:prstGeom prst="rect">
            <a:avLst/>
          </a:prstGeom>
          <a:noFill/>
          <a:ln w="952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77" name="직선 화살표 연결선 76">
            <a:extLst>
              <a:ext uri="{FF2B5EF4-FFF2-40B4-BE49-F238E27FC236}">
                <a16:creationId xmlns:a16="http://schemas.microsoft.com/office/drawing/2014/main" id="{BF6BDD0D-D472-4196-B9B8-2DA8B1B39847}"/>
              </a:ext>
            </a:extLst>
          </p:cNvPr>
          <p:cNvCxnSpPr>
            <a:cxnSpLocks/>
            <a:stCxn id="76" idx="0"/>
            <a:endCxn id="33" idx="2"/>
          </p:cNvCxnSpPr>
          <p:nvPr/>
        </p:nvCxnSpPr>
        <p:spPr>
          <a:xfrm flipH="1" flipV="1">
            <a:off x="1890799" y="1061569"/>
            <a:ext cx="144739" cy="1004616"/>
          </a:xfrm>
          <a:prstGeom prst="straightConnector1">
            <a:avLst/>
          </a:prstGeom>
          <a:ln w="9525">
            <a:solidFill>
              <a:srgbClr val="FF0000"/>
            </a:solidFill>
            <a:prstDash val="sysDash"/>
            <a:tailEnd type="triangle" w="sm" len="sm"/>
          </a:ln>
        </p:spPr>
        <p:style>
          <a:lnRef idx="1">
            <a:schemeClr val="accent1"/>
          </a:lnRef>
          <a:fillRef idx="0">
            <a:schemeClr val="accent1"/>
          </a:fillRef>
          <a:effectRef idx="0">
            <a:schemeClr val="accent1"/>
          </a:effectRef>
          <a:fontRef idx="minor">
            <a:schemeClr val="tx1"/>
          </a:fontRef>
        </p:style>
      </p:cxnSp>
      <p:pic>
        <p:nvPicPr>
          <p:cNvPr id="80" name="그림 79">
            <a:extLst>
              <a:ext uri="{FF2B5EF4-FFF2-40B4-BE49-F238E27FC236}">
                <a16:creationId xmlns:a16="http://schemas.microsoft.com/office/drawing/2014/main" id="{962BDB51-D7AD-4D11-A6C7-5CC3DC3D0E9B}"/>
              </a:ext>
            </a:extLst>
          </p:cNvPr>
          <p:cNvPicPr>
            <a:picLocks noChangeAspect="1"/>
          </p:cNvPicPr>
          <p:nvPr/>
        </p:nvPicPr>
        <p:blipFill>
          <a:blip r:embed="rId3">
            <a:extLst>
              <a:ext uri="{28A0092B-C50C-407E-A947-70E740481C1C}">
                <a14:useLocalDpi xmlns:a14="http://schemas.microsoft.com/office/drawing/2010/main" val="0"/>
              </a:ext>
            </a:extLst>
          </a:blip>
          <a:srcRect l="1336" t="642" r="88621" b="71980"/>
          <a:stretch/>
        </p:blipFill>
        <p:spPr>
          <a:xfrm>
            <a:off x="3051550" y="768064"/>
            <a:ext cx="987190" cy="1406121"/>
          </a:xfrm>
          <a:prstGeom prst="rect">
            <a:avLst/>
          </a:prstGeom>
          <a:ln>
            <a:noFill/>
          </a:ln>
        </p:spPr>
      </p:pic>
      <p:sp>
        <p:nvSpPr>
          <p:cNvPr id="81" name="직사각형 80">
            <a:extLst>
              <a:ext uri="{FF2B5EF4-FFF2-40B4-BE49-F238E27FC236}">
                <a16:creationId xmlns:a16="http://schemas.microsoft.com/office/drawing/2014/main" id="{6B7229BB-8883-4C74-A78C-4CD334CEC054}"/>
              </a:ext>
            </a:extLst>
          </p:cNvPr>
          <p:cNvSpPr/>
          <p:nvPr/>
        </p:nvSpPr>
        <p:spPr>
          <a:xfrm>
            <a:off x="0" y="3588255"/>
            <a:ext cx="3053112"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300" dirty="0">
                <a:solidFill>
                  <a:schemeClr val="tx1"/>
                </a:solidFill>
                <a:latin typeface="Times New Roman" panose="02020603050405020304" pitchFamily="18" charset="0"/>
                <a:cs typeface="Times New Roman" panose="02020603050405020304" pitchFamily="18" charset="0"/>
              </a:rPr>
              <a:t>MBESO2D</a:t>
            </a:r>
            <a:endParaRPr lang="ko-KR" altLang="en-US" sz="1300" dirty="0">
              <a:solidFill>
                <a:schemeClr val="tx1"/>
              </a:solidFill>
              <a:latin typeface="Times New Roman" panose="02020603050405020304" pitchFamily="18" charset="0"/>
              <a:cs typeface="Times New Roman" panose="02020603050405020304" pitchFamily="18" charset="0"/>
            </a:endParaRPr>
          </a:p>
        </p:txBody>
      </p:sp>
      <p:sp>
        <p:nvSpPr>
          <p:cNvPr id="85" name="직사각형 84">
            <a:extLst>
              <a:ext uri="{FF2B5EF4-FFF2-40B4-BE49-F238E27FC236}">
                <a16:creationId xmlns:a16="http://schemas.microsoft.com/office/drawing/2014/main" id="{F58AE6B3-134D-41FA-84BE-DF9D227368FA}"/>
              </a:ext>
            </a:extLst>
          </p:cNvPr>
          <p:cNvSpPr/>
          <p:nvPr/>
        </p:nvSpPr>
        <p:spPr>
          <a:xfrm>
            <a:off x="0" y="3824475"/>
            <a:ext cx="1980000"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dirty="0">
              <a:solidFill>
                <a:schemeClr val="tx1"/>
              </a:solidFill>
              <a:latin typeface="Times New Roman" panose="02020603050405020304" pitchFamily="18" charset="0"/>
              <a:cs typeface="Times New Roman" panose="02020603050405020304" pitchFamily="18" charset="0"/>
            </a:endParaRPr>
          </a:p>
        </p:txBody>
      </p:sp>
      <p:sp>
        <p:nvSpPr>
          <p:cNvPr id="41" name="직사각형 40">
            <a:extLst>
              <a:ext uri="{FF2B5EF4-FFF2-40B4-BE49-F238E27FC236}">
                <a16:creationId xmlns:a16="http://schemas.microsoft.com/office/drawing/2014/main" id="{6C49AF19-8FDA-45DE-B5C2-7F1C4E5F10B6}"/>
              </a:ext>
            </a:extLst>
          </p:cNvPr>
          <p:cNvSpPr/>
          <p:nvPr/>
        </p:nvSpPr>
        <p:spPr>
          <a:xfrm>
            <a:off x="144171" y="5147055"/>
            <a:ext cx="1760220" cy="335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dirty="0">
                <a:solidFill>
                  <a:srgbClr val="FF0000"/>
                </a:solidFill>
                <a:latin typeface="Times New Roman" panose="02020603050405020304" pitchFamily="18" charset="0"/>
                <a:cs typeface="Times New Roman" panose="02020603050405020304" pitchFamily="18" charset="0"/>
              </a:rPr>
              <a:t>Fig. 5b</a:t>
            </a:r>
            <a:endParaRPr lang="ko-KR" altLang="en-US"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40685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그림 1">
            <a:extLst>
              <a:ext uri="{FF2B5EF4-FFF2-40B4-BE49-F238E27FC236}">
                <a16:creationId xmlns:a16="http://schemas.microsoft.com/office/drawing/2014/main" id="{E130A510-63C1-4C38-BB10-AADB42C3B8A6}"/>
              </a:ext>
            </a:extLst>
          </p:cNvPr>
          <p:cNvPicPr>
            <a:picLocks noChangeAspect="1"/>
          </p:cNvPicPr>
          <p:nvPr/>
        </p:nvPicPr>
        <p:blipFill>
          <a:blip r:embed="rId3"/>
          <a:stretch>
            <a:fillRect/>
          </a:stretch>
        </p:blipFill>
        <p:spPr>
          <a:xfrm>
            <a:off x="3429000" y="1524000"/>
            <a:ext cx="5334000" cy="3810000"/>
          </a:xfrm>
          <a:prstGeom prst="rect">
            <a:avLst/>
          </a:prstGeom>
        </p:spPr>
      </p:pic>
      <p:sp>
        <p:nvSpPr>
          <p:cNvPr id="17" name="직사각형 16">
            <a:extLst>
              <a:ext uri="{FF2B5EF4-FFF2-40B4-BE49-F238E27FC236}">
                <a16:creationId xmlns:a16="http://schemas.microsoft.com/office/drawing/2014/main" id="{FBE97B98-A734-4B10-AB42-030F6A960686}"/>
              </a:ext>
            </a:extLst>
          </p:cNvPr>
          <p:cNvSpPr/>
          <p:nvPr/>
        </p:nvSpPr>
        <p:spPr>
          <a:xfrm>
            <a:off x="6096000" y="3179427"/>
            <a:ext cx="310392" cy="335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직사각형 4">
            <a:extLst>
              <a:ext uri="{FF2B5EF4-FFF2-40B4-BE49-F238E27FC236}">
                <a16:creationId xmlns:a16="http://schemas.microsoft.com/office/drawing/2014/main" id="{27C491E6-CD61-4A79-AC6D-8E9755494AA5}"/>
              </a:ext>
            </a:extLst>
          </p:cNvPr>
          <p:cNvSpPr/>
          <p:nvPr/>
        </p:nvSpPr>
        <p:spPr>
          <a:xfrm>
            <a:off x="274739" y="179911"/>
            <a:ext cx="1760220" cy="335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dirty="0">
                <a:solidFill>
                  <a:srgbClr val="FF0000"/>
                </a:solidFill>
                <a:latin typeface="Times New Roman" panose="02020603050405020304" pitchFamily="18" charset="0"/>
                <a:cs typeface="Times New Roman" panose="02020603050405020304" pitchFamily="18" charset="0"/>
              </a:rPr>
              <a:t>Fig</a:t>
            </a:r>
            <a:r>
              <a:rPr lang="en-US" altLang="ko-KR">
                <a:solidFill>
                  <a:srgbClr val="FF0000"/>
                </a:solidFill>
                <a:latin typeface="Times New Roman" panose="02020603050405020304" pitchFamily="18" charset="0"/>
                <a:cs typeface="Times New Roman" panose="02020603050405020304" pitchFamily="18" charset="0"/>
              </a:rPr>
              <a:t>. </a:t>
            </a:r>
            <a:r>
              <a:rPr lang="en-US" altLang="ko-KR" dirty="0">
                <a:solidFill>
                  <a:srgbClr val="FF0000"/>
                </a:solidFill>
                <a:latin typeface="Times New Roman" panose="02020603050405020304" pitchFamily="18" charset="0"/>
                <a:cs typeface="Times New Roman" panose="02020603050405020304" pitchFamily="18" charset="0"/>
              </a:rPr>
              <a:t>6a</a:t>
            </a:r>
            <a:endParaRPr lang="ko-KR" altLang="en-US"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50084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그림 52">
            <a:extLst>
              <a:ext uri="{FF2B5EF4-FFF2-40B4-BE49-F238E27FC236}">
                <a16:creationId xmlns:a16="http://schemas.microsoft.com/office/drawing/2014/main" id="{61AACD68-16C6-4B3F-9CFF-C087673996A5}"/>
              </a:ext>
            </a:extLst>
          </p:cNvPr>
          <p:cNvPicPr>
            <a:picLocks noChangeAspect="1"/>
          </p:cNvPicPr>
          <p:nvPr/>
        </p:nvPicPr>
        <p:blipFill rotWithShape="1">
          <a:blip r:embed="rId3"/>
          <a:srcRect l="7141" t="16679" r="6026" b="7888"/>
          <a:stretch/>
        </p:blipFill>
        <p:spPr>
          <a:xfrm>
            <a:off x="3424312" y="2762973"/>
            <a:ext cx="2856709" cy="1912621"/>
          </a:xfrm>
          <a:prstGeom prst="rect">
            <a:avLst/>
          </a:prstGeom>
        </p:spPr>
      </p:pic>
      <p:graphicFrame>
        <p:nvGraphicFramePr>
          <p:cNvPr id="44" name="표 43">
            <a:extLst>
              <a:ext uri="{FF2B5EF4-FFF2-40B4-BE49-F238E27FC236}">
                <a16:creationId xmlns:a16="http://schemas.microsoft.com/office/drawing/2014/main" id="{A9F18BC9-8351-4E27-8A77-6502CCC65CCC}"/>
              </a:ext>
            </a:extLst>
          </p:cNvPr>
          <p:cNvGraphicFramePr>
            <a:graphicFrameLocks noGrp="1"/>
          </p:cNvGraphicFramePr>
          <p:nvPr>
            <p:extLst>
              <p:ext uri="{D42A27DB-BD31-4B8C-83A1-F6EECF244321}">
                <p14:modId xmlns:p14="http://schemas.microsoft.com/office/powerpoint/2010/main" val="558688622"/>
              </p:ext>
            </p:extLst>
          </p:nvPr>
        </p:nvGraphicFramePr>
        <p:xfrm>
          <a:off x="3429000" y="1524000"/>
          <a:ext cx="5334000" cy="1097280"/>
        </p:xfrm>
        <a:graphic>
          <a:graphicData uri="http://schemas.openxmlformats.org/drawingml/2006/table">
            <a:tbl>
              <a:tblPr firstRow="1" bandRow="1">
                <a:tableStyleId>{5C22544A-7EE6-4342-B048-85BDC9FD1C3A}</a:tableStyleId>
              </a:tblPr>
              <a:tblGrid>
                <a:gridCol w="1431960">
                  <a:extLst>
                    <a:ext uri="{9D8B030D-6E8A-4147-A177-3AD203B41FA5}">
                      <a16:colId xmlns:a16="http://schemas.microsoft.com/office/drawing/2014/main" val="3819955467"/>
                    </a:ext>
                  </a:extLst>
                </a:gridCol>
                <a:gridCol w="390204">
                  <a:extLst>
                    <a:ext uri="{9D8B030D-6E8A-4147-A177-3AD203B41FA5}">
                      <a16:colId xmlns:a16="http://schemas.microsoft.com/office/drawing/2014/main" val="3661758933"/>
                    </a:ext>
                  </a:extLst>
                </a:gridCol>
                <a:gridCol w="390204">
                  <a:extLst>
                    <a:ext uri="{9D8B030D-6E8A-4147-A177-3AD203B41FA5}">
                      <a16:colId xmlns:a16="http://schemas.microsoft.com/office/drawing/2014/main" val="3188810138"/>
                    </a:ext>
                  </a:extLst>
                </a:gridCol>
                <a:gridCol w="390204">
                  <a:extLst>
                    <a:ext uri="{9D8B030D-6E8A-4147-A177-3AD203B41FA5}">
                      <a16:colId xmlns:a16="http://schemas.microsoft.com/office/drawing/2014/main" val="1857036137"/>
                    </a:ext>
                  </a:extLst>
                </a:gridCol>
                <a:gridCol w="390204">
                  <a:extLst>
                    <a:ext uri="{9D8B030D-6E8A-4147-A177-3AD203B41FA5}">
                      <a16:colId xmlns:a16="http://schemas.microsoft.com/office/drawing/2014/main" val="3352335102"/>
                    </a:ext>
                  </a:extLst>
                </a:gridCol>
                <a:gridCol w="390204">
                  <a:extLst>
                    <a:ext uri="{9D8B030D-6E8A-4147-A177-3AD203B41FA5}">
                      <a16:colId xmlns:a16="http://schemas.microsoft.com/office/drawing/2014/main" val="3057478107"/>
                    </a:ext>
                  </a:extLst>
                </a:gridCol>
                <a:gridCol w="390204">
                  <a:extLst>
                    <a:ext uri="{9D8B030D-6E8A-4147-A177-3AD203B41FA5}">
                      <a16:colId xmlns:a16="http://schemas.microsoft.com/office/drawing/2014/main" val="4124035426"/>
                    </a:ext>
                  </a:extLst>
                </a:gridCol>
                <a:gridCol w="390204">
                  <a:extLst>
                    <a:ext uri="{9D8B030D-6E8A-4147-A177-3AD203B41FA5}">
                      <a16:colId xmlns:a16="http://schemas.microsoft.com/office/drawing/2014/main" val="4288323036"/>
                    </a:ext>
                  </a:extLst>
                </a:gridCol>
                <a:gridCol w="390204">
                  <a:extLst>
                    <a:ext uri="{9D8B030D-6E8A-4147-A177-3AD203B41FA5}">
                      <a16:colId xmlns:a16="http://schemas.microsoft.com/office/drawing/2014/main" val="3341818447"/>
                    </a:ext>
                  </a:extLst>
                </a:gridCol>
                <a:gridCol w="390204">
                  <a:extLst>
                    <a:ext uri="{9D8B030D-6E8A-4147-A177-3AD203B41FA5}">
                      <a16:colId xmlns:a16="http://schemas.microsoft.com/office/drawing/2014/main" val="493047627"/>
                    </a:ext>
                  </a:extLst>
                </a:gridCol>
                <a:gridCol w="390204">
                  <a:extLst>
                    <a:ext uri="{9D8B030D-6E8A-4147-A177-3AD203B41FA5}">
                      <a16:colId xmlns:a16="http://schemas.microsoft.com/office/drawing/2014/main" val="2993483385"/>
                    </a:ext>
                  </a:extLst>
                </a:gridCol>
              </a:tblGrid>
              <a:tr h="240696">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1800" b="0" dirty="0">
                        <a:solidFill>
                          <a:srgbClr val="000000"/>
                        </a:solidFill>
                        <a:latin typeface="Times New Roman"/>
                        <a:ea typeface="Times New Roman"/>
                        <a:cs typeface="Times New Roman"/>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gridSpan="10">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800" b="0" dirty="0">
                          <a:solidFill>
                            <a:srgbClr val="000000"/>
                          </a:solidFill>
                          <a:latin typeface="Times New Roman"/>
                          <a:ea typeface="Times New Roman"/>
                          <a:cs typeface="Times New Roman"/>
                        </a:rPr>
                        <a:t>Iteration</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pPr algn="ctr" latinLnBrk="1"/>
                      <a:endParaRPr lang="ko-KR" altLang="en-US" sz="80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pPr algn="ctr" latinLnBrk="1"/>
                      <a:endParaRPr lang="ko-KR" altLang="en-US" sz="80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pPr algn="ctr" latinLnBrk="1"/>
                      <a:endParaRPr lang="ko-KR" altLang="en-US" sz="80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pPr algn="ctr" latinLnBrk="1"/>
                      <a:endParaRPr lang="ko-KR" altLang="en-US" sz="80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pPr algn="ctr" latinLnBrk="1"/>
                      <a:endParaRPr lang="ko-KR" altLang="en-US" sz="80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pPr algn="ctr" latinLnBrk="1"/>
                      <a:endParaRPr lang="ko-KR" altLang="en-US" sz="80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pPr algn="ctr" latinLnBrk="1"/>
                      <a:endParaRPr lang="ko-KR" altLang="en-US" sz="80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pPr algn="ctr" latinLnBrk="1"/>
                      <a:endParaRPr lang="ko-KR" altLang="en-US" sz="80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pPr algn="ctr" latinLnBrk="1"/>
                      <a:endParaRPr lang="ko-KR" altLang="en-US" sz="80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6833791"/>
                  </a:ext>
                </a:extLst>
              </a:tr>
              <a:tr h="240696">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800" b="0" dirty="0">
                          <a:solidFill>
                            <a:srgbClr val="000000"/>
                          </a:solidFill>
                          <a:latin typeface="Times New Roman"/>
                          <a:ea typeface="Times New Roman"/>
                          <a:cs typeface="Times New Roman"/>
                        </a:rPr>
                        <a:t>Element</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r>
                        <a:rPr lang="en-US" altLang="ko-KR" sz="1800" b="0" spc="0" baseline="0" dirty="0">
                          <a:solidFill>
                            <a:schemeClr val="tx1"/>
                          </a:solidFill>
                          <a:latin typeface="Times New Roman" panose="02020603050405020304" pitchFamily="18" charset="0"/>
                          <a:cs typeface="Times New Roman" panose="02020603050405020304" pitchFamily="18" charset="0"/>
                        </a:rPr>
                        <a:t>1</a:t>
                      </a:r>
                      <a:endParaRPr lang="ko-KR" altLang="en-US" sz="1800" b="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r>
                        <a:rPr lang="en-US" altLang="ko-KR" sz="1800" b="0" spc="0" baseline="0" dirty="0">
                          <a:solidFill>
                            <a:schemeClr val="tx1"/>
                          </a:solidFill>
                          <a:latin typeface="Times New Roman" panose="02020603050405020304" pitchFamily="18" charset="0"/>
                          <a:cs typeface="Times New Roman" panose="02020603050405020304" pitchFamily="18" charset="0"/>
                        </a:rPr>
                        <a:t>2</a:t>
                      </a:r>
                      <a:endParaRPr lang="ko-KR" altLang="en-US" sz="1800" b="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r>
                        <a:rPr lang="en-US" altLang="ko-KR" sz="1800" b="0" spc="0" baseline="0" dirty="0">
                          <a:solidFill>
                            <a:schemeClr val="tx1"/>
                          </a:solidFill>
                          <a:latin typeface="Times New Roman" panose="02020603050405020304" pitchFamily="18" charset="0"/>
                          <a:cs typeface="Times New Roman" panose="02020603050405020304" pitchFamily="18" charset="0"/>
                        </a:rPr>
                        <a:t>3</a:t>
                      </a:r>
                      <a:endParaRPr lang="ko-KR" altLang="en-US" sz="1800" b="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r>
                        <a:rPr lang="en-US" altLang="ko-KR" sz="1800" b="0" spc="0" baseline="0" dirty="0">
                          <a:solidFill>
                            <a:schemeClr val="tx1"/>
                          </a:solidFill>
                          <a:latin typeface="Times New Roman" panose="02020603050405020304" pitchFamily="18" charset="0"/>
                          <a:cs typeface="Times New Roman" panose="02020603050405020304" pitchFamily="18" charset="0"/>
                        </a:rPr>
                        <a:t>4</a:t>
                      </a:r>
                      <a:endParaRPr lang="ko-KR" altLang="en-US" sz="1800" b="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r>
                        <a:rPr lang="en-US" altLang="ko-KR" sz="1800" b="0" spc="0" baseline="0" dirty="0">
                          <a:solidFill>
                            <a:schemeClr val="tx1"/>
                          </a:solidFill>
                          <a:latin typeface="Times New Roman" panose="02020603050405020304" pitchFamily="18" charset="0"/>
                          <a:cs typeface="Times New Roman" panose="02020603050405020304" pitchFamily="18" charset="0"/>
                        </a:rPr>
                        <a:t>5</a:t>
                      </a:r>
                      <a:endParaRPr lang="ko-KR" altLang="en-US" sz="1800" b="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r>
                        <a:rPr lang="en-US" altLang="ko-KR" sz="1800" b="0" spc="0" baseline="0" dirty="0">
                          <a:solidFill>
                            <a:schemeClr val="tx1"/>
                          </a:solidFill>
                          <a:latin typeface="Times New Roman" panose="02020603050405020304" pitchFamily="18" charset="0"/>
                          <a:cs typeface="Times New Roman" panose="02020603050405020304" pitchFamily="18" charset="0"/>
                        </a:rPr>
                        <a:t>6</a:t>
                      </a:r>
                      <a:endParaRPr lang="ko-KR" altLang="en-US" sz="1800" b="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r>
                        <a:rPr lang="en-US" altLang="ko-KR" sz="1800" b="0" spc="0" baseline="0" dirty="0">
                          <a:solidFill>
                            <a:schemeClr val="tx1"/>
                          </a:solidFill>
                          <a:latin typeface="Times New Roman" panose="02020603050405020304" pitchFamily="18" charset="0"/>
                          <a:cs typeface="Times New Roman" panose="02020603050405020304" pitchFamily="18" charset="0"/>
                        </a:rPr>
                        <a:t>7</a:t>
                      </a:r>
                      <a:endParaRPr lang="ko-KR" altLang="en-US" sz="1800" b="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r>
                        <a:rPr lang="en-US" altLang="ko-KR" sz="1800" b="0" spc="0" baseline="0" dirty="0">
                          <a:solidFill>
                            <a:schemeClr val="tx1"/>
                          </a:solidFill>
                          <a:latin typeface="Times New Roman" panose="02020603050405020304" pitchFamily="18" charset="0"/>
                          <a:cs typeface="Times New Roman" panose="02020603050405020304" pitchFamily="18" charset="0"/>
                        </a:rPr>
                        <a:t>8</a:t>
                      </a:r>
                      <a:endParaRPr lang="ko-KR" altLang="en-US" sz="1800" b="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r>
                        <a:rPr lang="en-US" altLang="ko-KR" sz="1800" b="0" spc="0" baseline="0" dirty="0">
                          <a:solidFill>
                            <a:schemeClr val="tx1"/>
                          </a:solidFill>
                          <a:latin typeface="Times New Roman" panose="02020603050405020304" pitchFamily="18" charset="0"/>
                          <a:cs typeface="Times New Roman" panose="02020603050405020304" pitchFamily="18" charset="0"/>
                        </a:rPr>
                        <a:t>9</a:t>
                      </a:r>
                      <a:endParaRPr lang="ko-KR" altLang="en-US" sz="1800" b="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r>
                        <a:rPr lang="en-US" altLang="ko-KR" sz="1800" b="0" spc="0" baseline="0" dirty="0">
                          <a:solidFill>
                            <a:schemeClr val="tx1"/>
                          </a:solidFill>
                          <a:latin typeface="Times New Roman" panose="02020603050405020304" pitchFamily="18" charset="0"/>
                          <a:cs typeface="Times New Roman" panose="02020603050405020304" pitchFamily="18" charset="0"/>
                        </a:rPr>
                        <a:t>10</a:t>
                      </a:r>
                      <a:endParaRPr lang="ko-KR" altLang="en-US" sz="1800" b="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4148847"/>
                  </a:ext>
                </a:extLst>
              </a:tr>
              <a:tr h="240696">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800" b="0" dirty="0">
                          <a:solidFill>
                            <a:srgbClr val="000000"/>
                          </a:solidFill>
                          <a:latin typeface="Times New Roman"/>
                          <a:ea typeface="Times New Roman"/>
                          <a:cs typeface="Times New Roman"/>
                        </a:rPr>
                        <a:t>974</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endParaRPr lang="ko-KR" altLang="en-US" sz="1800" b="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endParaRPr lang="ko-KR" altLang="en-US" sz="1800" b="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endParaRPr lang="ko-KR" altLang="en-US" sz="1800" b="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endParaRPr lang="ko-KR" altLang="en-US" sz="1800" b="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endParaRPr lang="ko-KR" altLang="en-US" sz="1800" b="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endParaRPr lang="ko-KR" altLang="en-US" sz="1800" b="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endParaRPr lang="ko-KR" altLang="en-US" sz="1800" b="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endParaRPr lang="ko-KR" altLang="en-US" sz="1800" b="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endParaRPr lang="ko-KR" altLang="en-US" sz="1800" b="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endParaRPr lang="ko-KR" altLang="en-US" sz="1800" b="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92583546"/>
                  </a:ext>
                </a:extLst>
              </a:tr>
              <a:tr h="240696">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800" b="0" dirty="0">
                          <a:solidFill>
                            <a:srgbClr val="000000"/>
                          </a:solidFill>
                          <a:latin typeface="Times New Roman"/>
                          <a:ea typeface="Times New Roman"/>
                          <a:cs typeface="Times New Roman"/>
                        </a:rPr>
                        <a:t>5829</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endParaRPr lang="ko-KR" altLang="en-US" sz="1800" b="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endParaRPr lang="ko-KR" altLang="en-US" sz="1800" b="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endParaRPr lang="ko-KR" altLang="en-US" sz="1800" b="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endParaRPr lang="ko-KR" altLang="en-US" sz="1800" b="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endParaRPr lang="ko-KR" altLang="en-US" sz="1800" b="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endParaRPr lang="ko-KR" altLang="en-US" sz="1800" b="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endParaRPr lang="ko-KR" altLang="en-US" sz="1800" b="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endParaRPr lang="ko-KR" altLang="en-US" sz="1800" b="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endParaRPr lang="ko-KR" altLang="en-US" sz="1800" b="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endParaRPr lang="ko-KR" altLang="en-US" sz="1800" b="0" spc="0" baseline="0" dirty="0">
                        <a:solidFill>
                          <a:schemeClr val="tx1"/>
                        </a:solidFill>
                        <a:latin typeface="Times New Roman" panose="02020603050405020304" pitchFamily="18" charset="0"/>
                        <a:cs typeface="Times New Roman" panose="02020603050405020304" pitchFamily="18" charset="0"/>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137363"/>
                  </a:ext>
                </a:extLst>
              </a:tr>
            </a:tbl>
          </a:graphicData>
        </a:graphic>
      </p:graphicFrame>
      <p:sp>
        <p:nvSpPr>
          <p:cNvPr id="4" name="직사각형 3">
            <a:extLst>
              <a:ext uri="{FF2B5EF4-FFF2-40B4-BE49-F238E27FC236}">
                <a16:creationId xmlns:a16="http://schemas.microsoft.com/office/drawing/2014/main" id="{37596709-BFC7-4B60-8BA7-8B26DF3233FE}"/>
              </a:ext>
            </a:extLst>
          </p:cNvPr>
          <p:cNvSpPr/>
          <p:nvPr/>
        </p:nvSpPr>
        <p:spPr>
          <a:xfrm>
            <a:off x="4190348" y="2616894"/>
            <a:ext cx="603739" cy="3478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dirty="0">
                <a:solidFill>
                  <a:schemeClr val="tx1"/>
                </a:solidFill>
                <a:latin typeface="Times New Roman" panose="02020603050405020304" pitchFamily="18" charset="0"/>
                <a:cs typeface="Times New Roman" panose="02020603050405020304" pitchFamily="18" charset="0"/>
              </a:rPr>
              <a:t>974</a:t>
            </a:r>
            <a:endParaRPr lang="ko-KR" altLang="en-US" dirty="0">
              <a:solidFill>
                <a:schemeClr val="tx1"/>
              </a:solidFill>
              <a:latin typeface="Times New Roman" panose="02020603050405020304" pitchFamily="18" charset="0"/>
              <a:cs typeface="Times New Roman" panose="02020603050405020304" pitchFamily="18" charset="0"/>
            </a:endParaRPr>
          </a:p>
        </p:txBody>
      </p:sp>
      <p:sp>
        <p:nvSpPr>
          <p:cNvPr id="12" name="직사각형 11">
            <a:extLst>
              <a:ext uri="{FF2B5EF4-FFF2-40B4-BE49-F238E27FC236}">
                <a16:creationId xmlns:a16="http://schemas.microsoft.com/office/drawing/2014/main" id="{97D7ECA4-2FFA-416A-AA84-E77F3BF59F1C}"/>
              </a:ext>
            </a:extLst>
          </p:cNvPr>
          <p:cNvSpPr/>
          <p:nvPr/>
        </p:nvSpPr>
        <p:spPr>
          <a:xfrm>
            <a:off x="4775849" y="2616894"/>
            <a:ext cx="972231" cy="3478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ko-KR" dirty="0">
                <a:solidFill>
                  <a:schemeClr val="tx1"/>
                </a:solidFill>
                <a:latin typeface="Times New Roman" panose="02020603050405020304" pitchFamily="18" charset="0"/>
                <a:cs typeface="Times New Roman" panose="02020603050405020304" pitchFamily="18" charset="0"/>
              </a:rPr>
              <a:t>5829</a:t>
            </a:r>
            <a:endParaRPr lang="ko-KR" altLang="en-US" dirty="0">
              <a:solidFill>
                <a:schemeClr val="tx1"/>
              </a:solidFill>
              <a:latin typeface="Times New Roman" panose="02020603050405020304" pitchFamily="18" charset="0"/>
              <a:cs typeface="Times New Roman" panose="02020603050405020304" pitchFamily="18" charset="0"/>
            </a:endParaRPr>
          </a:p>
        </p:txBody>
      </p:sp>
      <p:sp>
        <p:nvSpPr>
          <p:cNvPr id="18" name="s1_shape171">
            <a:extLst>
              <a:ext uri="{FF2B5EF4-FFF2-40B4-BE49-F238E27FC236}">
                <a16:creationId xmlns:a16="http://schemas.microsoft.com/office/drawing/2014/main" id="{C33FF3E2-2515-4848-9CE5-380BB29D71D5}"/>
              </a:ext>
            </a:extLst>
          </p:cNvPr>
          <p:cNvSpPr>
            <a:spLocks noGrp="1"/>
          </p:cNvSpPr>
          <p:nvPr/>
        </p:nvSpPr>
        <p:spPr>
          <a:xfrm>
            <a:off x="3023832" y="6016037"/>
            <a:ext cx="110700" cy="95100"/>
          </a:xfrm>
          <a:prstGeom prst="rect">
            <a:avLst/>
          </a:prstGeom>
          <a:solidFill>
            <a:srgbClr val="0000FF"/>
          </a:solidFill>
          <a:ln w="0">
            <a:noFill/>
            <a:prstDash val="solid"/>
          </a:ln>
        </p:spPr>
      </p:sp>
      <p:sp>
        <p:nvSpPr>
          <p:cNvPr id="19" name="s1_shape172">
            <a:extLst>
              <a:ext uri="{FF2B5EF4-FFF2-40B4-BE49-F238E27FC236}">
                <a16:creationId xmlns:a16="http://schemas.microsoft.com/office/drawing/2014/main" id="{87339E16-B836-43FE-AC43-2939CC24E486}"/>
              </a:ext>
            </a:extLst>
          </p:cNvPr>
          <p:cNvSpPr>
            <a:spLocks noGrp="1"/>
          </p:cNvSpPr>
          <p:nvPr/>
        </p:nvSpPr>
        <p:spPr>
          <a:xfrm>
            <a:off x="3198432" y="5976437"/>
            <a:ext cx="1126800" cy="174300"/>
          </a:xfrm>
          <a:prstGeom prst="rect">
            <a:avLst/>
          </a:prstGeom>
          <a:noFill/>
          <a:ln w="0">
            <a:noFill/>
            <a:prstDash val="solid"/>
          </a:ln>
        </p:spPr>
        <p:txBody>
          <a:bodyPr wrap="none" lIns="0" tIns="0" rIns="0" bIns="0" anchor="t">
            <a:noAutofit/>
          </a:bodyPr>
          <a:lstStyle>
            <a:defPPr>
              <a:defRPr>
                <a:latin typeface="Times New Roman"/>
                <a:ea typeface="Times New Roman"/>
                <a:cs typeface="Times New Roman"/>
              </a:defRPr>
            </a:defPPr>
          </a:lstStyle>
          <a:p>
            <a:pPr>
              <a:defRPr>
                <a:latin typeface="Times New Roman"/>
                <a:ea typeface="Times New Roman"/>
                <a:cs typeface="Times New Roman"/>
              </a:defRPr>
            </a:pPr>
            <a:r>
              <a:rPr sz="800" dirty="0">
                <a:solidFill>
                  <a:srgbClr val="000000"/>
                </a:solidFill>
                <a:latin typeface="Times New Roman"/>
                <a:ea typeface="Times New Roman"/>
                <a:cs typeface="Times New Roman"/>
              </a:rPr>
              <a:t>Tensile material</a:t>
            </a:r>
          </a:p>
        </p:txBody>
      </p:sp>
      <p:sp>
        <p:nvSpPr>
          <p:cNvPr id="20" name="s1_shape173">
            <a:extLst>
              <a:ext uri="{FF2B5EF4-FFF2-40B4-BE49-F238E27FC236}">
                <a16:creationId xmlns:a16="http://schemas.microsoft.com/office/drawing/2014/main" id="{FFCF9A31-908E-49A7-8DC1-1626A158A68D}"/>
              </a:ext>
            </a:extLst>
          </p:cNvPr>
          <p:cNvSpPr>
            <a:spLocks noGrp="1"/>
          </p:cNvSpPr>
          <p:nvPr/>
        </p:nvSpPr>
        <p:spPr>
          <a:xfrm>
            <a:off x="4077270" y="6016037"/>
            <a:ext cx="110700" cy="95100"/>
          </a:xfrm>
          <a:prstGeom prst="rect">
            <a:avLst/>
          </a:prstGeom>
          <a:solidFill>
            <a:srgbClr val="FF0000"/>
          </a:solidFill>
          <a:ln w="0">
            <a:noFill/>
            <a:prstDash val="solid"/>
          </a:ln>
        </p:spPr>
      </p:sp>
      <p:sp>
        <p:nvSpPr>
          <p:cNvPr id="21" name="s1_shape174">
            <a:extLst>
              <a:ext uri="{FF2B5EF4-FFF2-40B4-BE49-F238E27FC236}">
                <a16:creationId xmlns:a16="http://schemas.microsoft.com/office/drawing/2014/main" id="{EBCB0F2A-B2B5-4286-9CFF-133FFCABC335}"/>
              </a:ext>
            </a:extLst>
          </p:cNvPr>
          <p:cNvSpPr>
            <a:spLocks noGrp="1"/>
          </p:cNvSpPr>
          <p:nvPr/>
        </p:nvSpPr>
        <p:spPr>
          <a:xfrm>
            <a:off x="4251870" y="5976437"/>
            <a:ext cx="1404600" cy="174300"/>
          </a:xfrm>
          <a:prstGeom prst="rect">
            <a:avLst/>
          </a:prstGeom>
          <a:noFill/>
          <a:ln w="0">
            <a:noFill/>
            <a:prstDash val="solid"/>
          </a:ln>
        </p:spPr>
        <p:txBody>
          <a:bodyPr wrap="none" lIns="0" tIns="0" rIns="0" bIns="0" anchor="t">
            <a:noAutofit/>
          </a:bodyPr>
          <a:lstStyle>
            <a:defPPr>
              <a:defRPr>
                <a:latin typeface="Times New Roman"/>
                <a:ea typeface="Times New Roman"/>
                <a:cs typeface="Times New Roman"/>
              </a:defRPr>
            </a:defPPr>
          </a:lstStyle>
          <a:p>
            <a:pPr>
              <a:defRPr>
                <a:latin typeface="Times New Roman"/>
                <a:ea typeface="Times New Roman"/>
                <a:cs typeface="Times New Roman"/>
              </a:defRPr>
            </a:pPr>
            <a:r>
              <a:rPr sz="800" dirty="0">
                <a:solidFill>
                  <a:srgbClr val="000000"/>
                </a:solidFill>
                <a:latin typeface="Times New Roman"/>
                <a:ea typeface="Times New Roman"/>
                <a:cs typeface="Times New Roman"/>
              </a:rPr>
              <a:t>Compressive material</a:t>
            </a:r>
          </a:p>
        </p:txBody>
      </p:sp>
      <p:sp>
        <p:nvSpPr>
          <p:cNvPr id="22" name="s1_shape175">
            <a:extLst>
              <a:ext uri="{FF2B5EF4-FFF2-40B4-BE49-F238E27FC236}">
                <a16:creationId xmlns:a16="http://schemas.microsoft.com/office/drawing/2014/main" id="{AA1B2634-FAC6-4833-B292-8918EFFF6955}"/>
              </a:ext>
            </a:extLst>
          </p:cNvPr>
          <p:cNvSpPr>
            <a:spLocks noGrp="1"/>
          </p:cNvSpPr>
          <p:nvPr/>
        </p:nvSpPr>
        <p:spPr>
          <a:xfrm>
            <a:off x="5327739" y="6016037"/>
            <a:ext cx="110700" cy="95100"/>
          </a:xfrm>
          <a:prstGeom prst="rect">
            <a:avLst/>
          </a:prstGeom>
          <a:solidFill>
            <a:srgbClr val="FFFFFF"/>
          </a:solidFill>
          <a:ln w="4763">
            <a:solidFill>
              <a:srgbClr val="999999"/>
            </a:solidFill>
            <a:prstDash val="solid"/>
          </a:ln>
        </p:spPr>
      </p:sp>
      <p:sp>
        <p:nvSpPr>
          <p:cNvPr id="23" name="s1_shape176">
            <a:extLst>
              <a:ext uri="{FF2B5EF4-FFF2-40B4-BE49-F238E27FC236}">
                <a16:creationId xmlns:a16="http://schemas.microsoft.com/office/drawing/2014/main" id="{10E5A0FD-573B-4722-B19F-23F2798D7E49}"/>
              </a:ext>
            </a:extLst>
          </p:cNvPr>
          <p:cNvSpPr>
            <a:spLocks noGrp="1"/>
          </p:cNvSpPr>
          <p:nvPr/>
        </p:nvSpPr>
        <p:spPr>
          <a:xfrm>
            <a:off x="5492179" y="5976437"/>
            <a:ext cx="515700" cy="174300"/>
          </a:xfrm>
          <a:prstGeom prst="rect">
            <a:avLst/>
          </a:prstGeom>
          <a:noFill/>
          <a:ln w="0">
            <a:noFill/>
            <a:prstDash val="solid"/>
          </a:ln>
        </p:spPr>
        <p:txBody>
          <a:bodyPr wrap="none" lIns="0" tIns="0" rIns="0" bIns="0" anchor="t">
            <a:noAutofit/>
          </a:bodyPr>
          <a:lstStyle>
            <a:defPPr>
              <a:defRPr>
                <a:latin typeface="Times New Roman"/>
                <a:ea typeface="Times New Roman"/>
                <a:cs typeface="Times New Roman"/>
              </a:defRPr>
            </a:defPPr>
          </a:lstStyle>
          <a:p>
            <a:pPr>
              <a:defRPr>
                <a:latin typeface="Times New Roman"/>
                <a:ea typeface="Times New Roman"/>
                <a:cs typeface="Times New Roman"/>
              </a:defRPr>
            </a:pPr>
            <a:r>
              <a:rPr sz="800" dirty="0">
                <a:solidFill>
                  <a:srgbClr val="000000"/>
                </a:solidFill>
                <a:latin typeface="Times New Roman"/>
                <a:ea typeface="Times New Roman"/>
                <a:cs typeface="Times New Roman"/>
              </a:rPr>
              <a:t>Void</a:t>
            </a:r>
          </a:p>
        </p:txBody>
      </p:sp>
      <p:grpSp>
        <p:nvGrpSpPr>
          <p:cNvPr id="9" name="그룹 8">
            <a:extLst>
              <a:ext uri="{FF2B5EF4-FFF2-40B4-BE49-F238E27FC236}">
                <a16:creationId xmlns:a16="http://schemas.microsoft.com/office/drawing/2014/main" id="{7A906964-041E-4D53-95C2-F2A9A5AF3A97}"/>
              </a:ext>
            </a:extLst>
          </p:cNvPr>
          <p:cNvGrpSpPr/>
          <p:nvPr/>
        </p:nvGrpSpPr>
        <p:grpSpPr>
          <a:xfrm>
            <a:off x="4966075" y="2117187"/>
            <a:ext cx="180000" cy="453844"/>
            <a:chOff x="4966075" y="2015587"/>
            <a:chExt cx="180000" cy="453844"/>
          </a:xfrm>
        </p:grpSpPr>
        <p:sp>
          <p:nvSpPr>
            <p:cNvPr id="26" name="직사각형 25">
              <a:extLst>
                <a:ext uri="{FF2B5EF4-FFF2-40B4-BE49-F238E27FC236}">
                  <a16:creationId xmlns:a16="http://schemas.microsoft.com/office/drawing/2014/main" id="{330152BD-C5DA-4870-A963-BCD241E8AF19}"/>
                </a:ext>
              </a:extLst>
            </p:cNvPr>
            <p:cNvSpPr>
              <a:spLocks noChangeAspect="1"/>
            </p:cNvSpPr>
            <p:nvPr/>
          </p:nvSpPr>
          <p:spPr>
            <a:xfrm>
              <a:off x="4966075" y="2015587"/>
              <a:ext cx="180000" cy="180000"/>
            </a:xfrm>
            <a:prstGeom prst="rect">
              <a:avLst/>
            </a:prstGeom>
            <a:solidFill>
              <a:srgbClr val="0000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직사각형 47">
              <a:extLst>
                <a:ext uri="{FF2B5EF4-FFF2-40B4-BE49-F238E27FC236}">
                  <a16:creationId xmlns:a16="http://schemas.microsoft.com/office/drawing/2014/main" id="{1D2055F1-F640-45D0-91DC-749D4FD3EE68}"/>
                </a:ext>
              </a:extLst>
            </p:cNvPr>
            <p:cNvSpPr>
              <a:spLocks noChangeAspect="1"/>
            </p:cNvSpPr>
            <p:nvPr/>
          </p:nvSpPr>
          <p:spPr>
            <a:xfrm>
              <a:off x="4966075" y="2289431"/>
              <a:ext cx="180000" cy="180000"/>
            </a:xfrm>
            <a:prstGeom prst="rect">
              <a:avLst/>
            </a:prstGeom>
            <a:solidFill>
              <a:srgbClr val="0000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70" name="그룹 69">
            <a:extLst>
              <a:ext uri="{FF2B5EF4-FFF2-40B4-BE49-F238E27FC236}">
                <a16:creationId xmlns:a16="http://schemas.microsoft.com/office/drawing/2014/main" id="{5D0ED0F5-4D94-4576-B644-B909BC07E454}"/>
              </a:ext>
            </a:extLst>
          </p:cNvPr>
          <p:cNvGrpSpPr/>
          <p:nvPr/>
        </p:nvGrpSpPr>
        <p:grpSpPr>
          <a:xfrm>
            <a:off x="8481753" y="2117187"/>
            <a:ext cx="180000" cy="453844"/>
            <a:chOff x="4966075" y="2015587"/>
            <a:chExt cx="180000" cy="453844"/>
          </a:xfrm>
        </p:grpSpPr>
        <p:sp>
          <p:nvSpPr>
            <p:cNvPr id="71" name="직사각형 70">
              <a:extLst>
                <a:ext uri="{FF2B5EF4-FFF2-40B4-BE49-F238E27FC236}">
                  <a16:creationId xmlns:a16="http://schemas.microsoft.com/office/drawing/2014/main" id="{6958AAE9-C956-4781-AEA4-C35103CDEB14}"/>
                </a:ext>
              </a:extLst>
            </p:cNvPr>
            <p:cNvSpPr>
              <a:spLocks noChangeAspect="1"/>
            </p:cNvSpPr>
            <p:nvPr/>
          </p:nvSpPr>
          <p:spPr>
            <a:xfrm>
              <a:off x="4966075" y="2015587"/>
              <a:ext cx="180000" cy="180000"/>
            </a:xfrm>
            <a:prstGeom prst="rect">
              <a:avLst/>
            </a:prstGeom>
            <a:solidFill>
              <a:srgbClr val="0000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직사각형 71">
              <a:extLst>
                <a:ext uri="{FF2B5EF4-FFF2-40B4-BE49-F238E27FC236}">
                  <a16:creationId xmlns:a16="http://schemas.microsoft.com/office/drawing/2014/main" id="{60746BF4-0E38-4A7B-B088-74AE0FC196F8}"/>
                </a:ext>
              </a:extLst>
            </p:cNvPr>
            <p:cNvSpPr>
              <a:spLocks noChangeAspect="1"/>
            </p:cNvSpPr>
            <p:nvPr/>
          </p:nvSpPr>
          <p:spPr>
            <a:xfrm>
              <a:off x="4966075" y="2289431"/>
              <a:ext cx="180000" cy="180000"/>
            </a:xfrm>
            <a:prstGeom prst="rect">
              <a:avLst/>
            </a:prstGeom>
            <a:solidFill>
              <a:schemeClr val="bg1"/>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73" name="그룹 72">
            <a:extLst>
              <a:ext uri="{FF2B5EF4-FFF2-40B4-BE49-F238E27FC236}">
                <a16:creationId xmlns:a16="http://schemas.microsoft.com/office/drawing/2014/main" id="{C434FAEA-6153-474D-A0D7-D1E9B950D1EF}"/>
              </a:ext>
            </a:extLst>
          </p:cNvPr>
          <p:cNvGrpSpPr/>
          <p:nvPr/>
        </p:nvGrpSpPr>
        <p:grpSpPr>
          <a:xfrm>
            <a:off x="6915446" y="2117187"/>
            <a:ext cx="180000" cy="453844"/>
            <a:chOff x="4966075" y="2015587"/>
            <a:chExt cx="180000" cy="453844"/>
          </a:xfrm>
        </p:grpSpPr>
        <p:sp>
          <p:nvSpPr>
            <p:cNvPr id="74" name="직사각형 73">
              <a:extLst>
                <a:ext uri="{FF2B5EF4-FFF2-40B4-BE49-F238E27FC236}">
                  <a16:creationId xmlns:a16="http://schemas.microsoft.com/office/drawing/2014/main" id="{0DB8B146-EEBC-49DB-A874-F752F8499A0E}"/>
                </a:ext>
              </a:extLst>
            </p:cNvPr>
            <p:cNvSpPr>
              <a:spLocks noChangeAspect="1"/>
            </p:cNvSpPr>
            <p:nvPr/>
          </p:nvSpPr>
          <p:spPr>
            <a:xfrm>
              <a:off x="4966075" y="2015587"/>
              <a:ext cx="180000" cy="180000"/>
            </a:xfrm>
            <a:prstGeom prst="rect">
              <a:avLst/>
            </a:prstGeom>
            <a:solidFill>
              <a:srgbClr val="0000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5" name="직사각형 74">
              <a:extLst>
                <a:ext uri="{FF2B5EF4-FFF2-40B4-BE49-F238E27FC236}">
                  <a16:creationId xmlns:a16="http://schemas.microsoft.com/office/drawing/2014/main" id="{13C182FE-0178-445E-91D0-F4CE0E0BA447}"/>
                </a:ext>
              </a:extLst>
            </p:cNvPr>
            <p:cNvSpPr>
              <a:spLocks noChangeAspect="1"/>
            </p:cNvSpPr>
            <p:nvPr/>
          </p:nvSpPr>
          <p:spPr>
            <a:xfrm>
              <a:off x="4966075" y="2289431"/>
              <a:ext cx="180000" cy="180000"/>
            </a:xfrm>
            <a:prstGeom prst="rect">
              <a:avLst/>
            </a:prstGeom>
            <a:solidFill>
              <a:schemeClr val="bg1"/>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76" name="그룹 75">
            <a:extLst>
              <a:ext uri="{FF2B5EF4-FFF2-40B4-BE49-F238E27FC236}">
                <a16:creationId xmlns:a16="http://schemas.microsoft.com/office/drawing/2014/main" id="{5779A3A5-AA29-4647-8FD6-2C835D315D51}"/>
              </a:ext>
            </a:extLst>
          </p:cNvPr>
          <p:cNvGrpSpPr/>
          <p:nvPr/>
        </p:nvGrpSpPr>
        <p:grpSpPr>
          <a:xfrm>
            <a:off x="6525047" y="2120775"/>
            <a:ext cx="180000" cy="453844"/>
            <a:chOff x="4966075" y="2015587"/>
            <a:chExt cx="180000" cy="453844"/>
          </a:xfrm>
        </p:grpSpPr>
        <p:sp>
          <p:nvSpPr>
            <p:cNvPr id="77" name="직사각형 76">
              <a:extLst>
                <a:ext uri="{FF2B5EF4-FFF2-40B4-BE49-F238E27FC236}">
                  <a16:creationId xmlns:a16="http://schemas.microsoft.com/office/drawing/2014/main" id="{AAF92D21-01B3-4994-85F8-65EEEE330EF6}"/>
                </a:ext>
              </a:extLst>
            </p:cNvPr>
            <p:cNvSpPr>
              <a:spLocks noChangeAspect="1"/>
            </p:cNvSpPr>
            <p:nvPr/>
          </p:nvSpPr>
          <p:spPr>
            <a:xfrm>
              <a:off x="4966075" y="2015587"/>
              <a:ext cx="180000" cy="180000"/>
            </a:xfrm>
            <a:prstGeom prst="rect">
              <a:avLst/>
            </a:prstGeom>
            <a:solidFill>
              <a:srgbClr val="FF00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8" name="직사각형 77">
              <a:extLst>
                <a:ext uri="{FF2B5EF4-FFF2-40B4-BE49-F238E27FC236}">
                  <a16:creationId xmlns:a16="http://schemas.microsoft.com/office/drawing/2014/main" id="{C9708E4F-271A-4E48-A97D-D074C573857C}"/>
                </a:ext>
              </a:extLst>
            </p:cNvPr>
            <p:cNvSpPr>
              <a:spLocks noChangeAspect="1"/>
            </p:cNvSpPr>
            <p:nvPr/>
          </p:nvSpPr>
          <p:spPr>
            <a:xfrm>
              <a:off x="4966075" y="2289431"/>
              <a:ext cx="180000" cy="180000"/>
            </a:xfrm>
            <a:prstGeom prst="rect">
              <a:avLst/>
            </a:prstGeom>
            <a:solidFill>
              <a:schemeClr val="bg1"/>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79" name="그룹 78">
            <a:extLst>
              <a:ext uri="{FF2B5EF4-FFF2-40B4-BE49-F238E27FC236}">
                <a16:creationId xmlns:a16="http://schemas.microsoft.com/office/drawing/2014/main" id="{43357F50-49F6-47E3-84F4-8AFF0FB82586}"/>
              </a:ext>
            </a:extLst>
          </p:cNvPr>
          <p:cNvGrpSpPr/>
          <p:nvPr/>
        </p:nvGrpSpPr>
        <p:grpSpPr>
          <a:xfrm>
            <a:off x="6134648" y="2117187"/>
            <a:ext cx="180000" cy="453844"/>
            <a:chOff x="4966075" y="2015587"/>
            <a:chExt cx="180000" cy="453844"/>
          </a:xfrm>
        </p:grpSpPr>
        <p:sp>
          <p:nvSpPr>
            <p:cNvPr id="80" name="직사각형 79">
              <a:extLst>
                <a:ext uri="{FF2B5EF4-FFF2-40B4-BE49-F238E27FC236}">
                  <a16:creationId xmlns:a16="http://schemas.microsoft.com/office/drawing/2014/main" id="{A0F79F94-2AA8-4934-9998-3BE000357CA5}"/>
                </a:ext>
              </a:extLst>
            </p:cNvPr>
            <p:cNvSpPr>
              <a:spLocks noChangeAspect="1"/>
            </p:cNvSpPr>
            <p:nvPr/>
          </p:nvSpPr>
          <p:spPr>
            <a:xfrm>
              <a:off x="4966075" y="2015587"/>
              <a:ext cx="180000" cy="180000"/>
            </a:xfrm>
            <a:prstGeom prst="rect">
              <a:avLst/>
            </a:prstGeom>
            <a:solidFill>
              <a:srgbClr val="0000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a:extLst>
                <a:ext uri="{FF2B5EF4-FFF2-40B4-BE49-F238E27FC236}">
                  <a16:creationId xmlns:a16="http://schemas.microsoft.com/office/drawing/2014/main" id="{D756BB71-258F-4952-A8B7-BBFAED3555B0}"/>
                </a:ext>
              </a:extLst>
            </p:cNvPr>
            <p:cNvSpPr>
              <a:spLocks noChangeAspect="1"/>
            </p:cNvSpPr>
            <p:nvPr/>
          </p:nvSpPr>
          <p:spPr>
            <a:xfrm>
              <a:off x="4966075" y="2289431"/>
              <a:ext cx="180000" cy="180000"/>
            </a:xfrm>
            <a:prstGeom prst="rect">
              <a:avLst/>
            </a:prstGeom>
            <a:solidFill>
              <a:schemeClr val="bg1"/>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82" name="그룹 81">
            <a:extLst>
              <a:ext uri="{FF2B5EF4-FFF2-40B4-BE49-F238E27FC236}">
                <a16:creationId xmlns:a16="http://schemas.microsoft.com/office/drawing/2014/main" id="{213760A5-F79D-40B0-A62C-20645116375E}"/>
              </a:ext>
            </a:extLst>
          </p:cNvPr>
          <p:cNvGrpSpPr/>
          <p:nvPr/>
        </p:nvGrpSpPr>
        <p:grpSpPr>
          <a:xfrm>
            <a:off x="5749228" y="2117020"/>
            <a:ext cx="180000" cy="453844"/>
            <a:chOff x="4966075" y="2015587"/>
            <a:chExt cx="180000" cy="453844"/>
          </a:xfrm>
        </p:grpSpPr>
        <p:sp>
          <p:nvSpPr>
            <p:cNvPr id="83" name="직사각형 82">
              <a:extLst>
                <a:ext uri="{FF2B5EF4-FFF2-40B4-BE49-F238E27FC236}">
                  <a16:creationId xmlns:a16="http://schemas.microsoft.com/office/drawing/2014/main" id="{B66C0852-10A0-4149-8794-3BE3FE3BE34E}"/>
                </a:ext>
              </a:extLst>
            </p:cNvPr>
            <p:cNvSpPr>
              <a:spLocks noChangeAspect="1"/>
            </p:cNvSpPr>
            <p:nvPr/>
          </p:nvSpPr>
          <p:spPr>
            <a:xfrm>
              <a:off x="4966075" y="2015587"/>
              <a:ext cx="180000" cy="180000"/>
            </a:xfrm>
            <a:prstGeom prst="rect">
              <a:avLst/>
            </a:prstGeom>
            <a:solidFill>
              <a:srgbClr val="FF00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4" name="직사각형 83">
              <a:extLst>
                <a:ext uri="{FF2B5EF4-FFF2-40B4-BE49-F238E27FC236}">
                  <a16:creationId xmlns:a16="http://schemas.microsoft.com/office/drawing/2014/main" id="{24A8979F-E2D9-408C-99E3-59247EDB8CAD}"/>
                </a:ext>
              </a:extLst>
            </p:cNvPr>
            <p:cNvSpPr>
              <a:spLocks noChangeAspect="1"/>
            </p:cNvSpPr>
            <p:nvPr/>
          </p:nvSpPr>
          <p:spPr>
            <a:xfrm>
              <a:off x="4966075" y="2289431"/>
              <a:ext cx="180000" cy="180000"/>
            </a:xfrm>
            <a:prstGeom prst="rect">
              <a:avLst/>
            </a:prstGeom>
            <a:solidFill>
              <a:schemeClr val="bg1"/>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85" name="그룹 84">
            <a:extLst>
              <a:ext uri="{FF2B5EF4-FFF2-40B4-BE49-F238E27FC236}">
                <a16:creationId xmlns:a16="http://schemas.microsoft.com/office/drawing/2014/main" id="{879BCF3F-3C7D-4EFA-8A02-303C8B495030}"/>
              </a:ext>
            </a:extLst>
          </p:cNvPr>
          <p:cNvGrpSpPr/>
          <p:nvPr/>
        </p:nvGrpSpPr>
        <p:grpSpPr>
          <a:xfrm>
            <a:off x="5358829" y="2117020"/>
            <a:ext cx="180000" cy="453844"/>
            <a:chOff x="4966075" y="2015587"/>
            <a:chExt cx="180000" cy="453844"/>
          </a:xfrm>
        </p:grpSpPr>
        <p:sp>
          <p:nvSpPr>
            <p:cNvPr id="86" name="직사각형 85">
              <a:extLst>
                <a:ext uri="{FF2B5EF4-FFF2-40B4-BE49-F238E27FC236}">
                  <a16:creationId xmlns:a16="http://schemas.microsoft.com/office/drawing/2014/main" id="{954C3663-1419-4230-9875-2A395EC8CEC1}"/>
                </a:ext>
              </a:extLst>
            </p:cNvPr>
            <p:cNvSpPr>
              <a:spLocks noChangeAspect="1"/>
            </p:cNvSpPr>
            <p:nvPr/>
          </p:nvSpPr>
          <p:spPr>
            <a:xfrm>
              <a:off x="4966075" y="2015587"/>
              <a:ext cx="180000" cy="180000"/>
            </a:xfrm>
            <a:prstGeom prst="rect">
              <a:avLst/>
            </a:prstGeom>
            <a:solidFill>
              <a:srgbClr val="0000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a:extLst>
                <a:ext uri="{FF2B5EF4-FFF2-40B4-BE49-F238E27FC236}">
                  <a16:creationId xmlns:a16="http://schemas.microsoft.com/office/drawing/2014/main" id="{69DF8403-2A7A-4A43-A20C-564658AB4E22}"/>
                </a:ext>
              </a:extLst>
            </p:cNvPr>
            <p:cNvSpPr>
              <a:spLocks noChangeAspect="1"/>
            </p:cNvSpPr>
            <p:nvPr/>
          </p:nvSpPr>
          <p:spPr>
            <a:xfrm>
              <a:off x="4966075" y="2289431"/>
              <a:ext cx="180000" cy="180000"/>
            </a:xfrm>
            <a:prstGeom prst="rect">
              <a:avLst/>
            </a:prstGeom>
            <a:solidFill>
              <a:schemeClr val="bg1"/>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88" name="그룹 87">
            <a:extLst>
              <a:ext uri="{FF2B5EF4-FFF2-40B4-BE49-F238E27FC236}">
                <a16:creationId xmlns:a16="http://schemas.microsoft.com/office/drawing/2014/main" id="{B9A86D98-C58F-466C-9F83-ADAD5E0A120A}"/>
              </a:ext>
            </a:extLst>
          </p:cNvPr>
          <p:cNvGrpSpPr/>
          <p:nvPr/>
        </p:nvGrpSpPr>
        <p:grpSpPr>
          <a:xfrm>
            <a:off x="8088998" y="2117020"/>
            <a:ext cx="180000" cy="453844"/>
            <a:chOff x="4966075" y="2015587"/>
            <a:chExt cx="180000" cy="453844"/>
          </a:xfrm>
        </p:grpSpPr>
        <p:sp>
          <p:nvSpPr>
            <p:cNvPr id="89" name="직사각형 88">
              <a:extLst>
                <a:ext uri="{FF2B5EF4-FFF2-40B4-BE49-F238E27FC236}">
                  <a16:creationId xmlns:a16="http://schemas.microsoft.com/office/drawing/2014/main" id="{BAA28732-A45E-4525-BE9F-7DF8B07040E2}"/>
                </a:ext>
              </a:extLst>
            </p:cNvPr>
            <p:cNvSpPr>
              <a:spLocks noChangeAspect="1"/>
            </p:cNvSpPr>
            <p:nvPr/>
          </p:nvSpPr>
          <p:spPr>
            <a:xfrm>
              <a:off x="4966075" y="2015587"/>
              <a:ext cx="180000" cy="180000"/>
            </a:xfrm>
            <a:prstGeom prst="rect">
              <a:avLst/>
            </a:prstGeom>
            <a:solidFill>
              <a:srgbClr val="FF00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직사각형 89">
              <a:extLst>
                <a:ext uri="{FF2B5EF4-FFF2-40B4-BE49-F238E27FC236}">
                  <a16:creationId xmlns:a16="http://schemas.microsoft.com/office/drawing/2014/main" id="{5087CC8C-9C72-425F-BE08-FC7FA7BE8DB3}"/>
                </a:ext>
              </a:extLst>
            </p:cNvPr>
            <p:cNvSpPr>
              <a:spLocks noChangeAspect="1"/>
            </p:cNvSpPr>
            <p:nvPr/>
          </p:nvSpPr>
          <p:spPr>
            <a:xfrm>
              <a:off x="4966075" y="2289431"/>
              <a:ext cx="180000" cy="180000"/>
            </a:xfrm>
            <a:prstGeom prst="rect">
              <a:avLst/>
            </a:prstGeom>
            <a:solidFill>
              <a:schemeClr val="bg1"/>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91" name="그룹 90">
            <a:extLst>
              <a:ext uri="{FF2B5EF4-FFF2-40B4-BE49-F238E27FC236}">
                <a16:creationId xmlns:a16="http://schemas.microsoft.com/office/drawing/2014/main" id="{FEC319D5-95BD-4880-9A07-F1D1327C5361}"/>
              </a:ext>
            </a:extLst>
          </p:cNvPr>
          <p:cNvGrpSpPr/>
          <p:nvPr/>
        </p:nvGrpSpPr>
        <p:grpSpPr>
          <a:xfrm>
            <a:off x="7698599" y="2120608"/>
            <a:ext cx="180000" cy="453844"/>
            <a:chOff x="4966075" y="2015587"/>
            <a:chExt cx="180000" cy="453844"/>
          </a:xfrm>
        </p:grpSpPr>
        <p:sp>
          <p:nvSpPr>
            <p:cNvPr id="92" name="직사각형 91">
              <a:extLst>
                <a:ext uri="{FF2B5EF4-FFF2-40B4-BE49-F238E27FC236}">
                  <a16:creationId xmlns:a16="http://schemas.microsoft.com/office/drawing/2014/main" id="{4CC305A5-2C1F-46D4-AE1C-1FD0AE956CDA}"/>
                </a:ext>
              </a:extLst>
            </p:cNvPr>
            <p:cNvSpPr>
              <a:spLocks noChangeAspect="1"/>
            </p:cNvSpPr>
            <p:nvPr/>
          </p:nvSpPr>
          <p:spPr>
            <a:xfrm>
              <a:off x="4966075" y="2015587"/>
              <a:ext cx="180000" cy="180000"/>
            </a:xfrm>
            <a:prstGeom prst="rect">
              <a:avLst/>
            </a:prstGeom>
            <a:solidFill>
              <a:srgbClr val="FF00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직사각형 92">
              <a:extLst>
                <a:ext uri="{FF2B5EF4-FFF2-40B4-BE49-F238E27FC236}">
                  <a16:creationId xmlns:a16="http://schemas.microsoft.com/office/drawing/2014/main" id="{672AB25E-1CD0-4017-B8EA-7E3440C342CF}"/>
                </a:ext>
              </a:extLst>
            </p:cNvPr>
            <p:cNvSpPr>
              <a:spLocks noChangeAspect="1"/>
            </p:cNvSpPr>
            <p:nvPr/>
          </p:nvSpPr>
          <p:spPr>
            <a:xfrm>
              <a:off x="4966075" y="2289431"/>
              <a:ext cx="180000" cy="180000"/>
            </a:xfrm>
            <a:prstGeom prst="rect">
              <a:avLst/>
            </a:prstGeom>
            <a:solidFill>
              <a:schemeClr val="bg1"/>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94" name="그룹 93">
            <a:extLst>
              <a:ext uri="{FF2B5EF4-FFF2-40B4-BE49-F238E27FC236}">
                <a16:creationId xmlns:a16="http://schemas.microsoft.com/office/drawing/2014/main" id="{DDD6EFA9-CCF7-4357-A6D7-513E78270380}"/>
              </a:ext>
            </a:extLst>
          </p:cNvPr>
          <p:cNvGrpSpPr/>
          <p:nvPr/>
        </p:nvGrpSpPr>
        <p:grpSpPr>
          <a:xfrm>
            <a:off x="7308200" y="2117020"/>
            <a:ext cx="180000" cy="453844"/>
            <a:chOff x="4966075" y="2015587"/>
            <a:chExt cx="180000" cy="453844"/>
          </a:xfrm>
        </p:grpSpPr>
        <p:sp>
          <p:nvSpPr>
            <p:cNvPr id="95" name="직사각형 94">
              <a:extLst>
                <a:ext uri="{FF2B5EF4-FFF2-40B4-BE49-F238E27FC236}">
                  <a16:creationId xmlns:a16="http://schemas.microsoft.com/office/drawing/2014/main" id="{F1CE6706-E0BF-4F90-A3F2-51BCE339CCE6}"/>
                </a:ext>
              </a:extLst>
            </p:cNvPr>
            <p:cNvSpPr>
              <a:spLocks noChangeAspect="1"/>
            </p:cNvSpPr>
            <p:nvPr/>
          </p:nvSpPr>
          <p:spPr>
            <a:xfrm>
              <a:off x="4966075" y="2015587"/>
              <a:ext cx="180000" cy="180000"/>
            </a:xfrm>
            <a:prstGeom prst="rect">
              <a:avLst/>
            </a:prstGeom>
            <a:solidFill>
              <a:srgbClr val="0000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6" name="직사각형 95">
              <a:extLst>
                <a:ext uri="{FF2B5EF4-FFF2-40B4-BE49-F238E27FC236}">
                  <a16:creationId xmlns:a16="http://schemas.microsoft.com/office/drawing/2014/main" id="{0B94AC1D-62FB-4DA8-9CF9-942B730CD9F7}"/>
                </a:ext>
              </a:extLst>
            </p:cNvPr>
            <p:cNvSpPr>
              <a:spLocks noChangeAspect="1"/>
            </p:cNvSpPr>
            <p:nvPr/>
          </p:nvSpPr>
          <p:spPr>
            <a:xfrm>
              <a:off x="4966075" y="2289431"/>
              <a:ext cx="180000" cy="180000"/>
            </a:xfrm>
            <a:prstGeom prst="rect">
              <a:avLst/>
            </a:prstGeom>
            <a:solidFill>
              <a:schemeClr val="bg1"/>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04" name="그룹 103">
            <a:extLst>
              <a:ext uri="{FF2B5EF4-FFF2-40B4-BE49-F238E27FC236}">
                <a16:creationId xmlns:a16="http://schemas.microsoft.com/office/drawing/2014/main" id="{DFB602F2-2258-4DC1-AB76-B9C4304A7F35}"/>
              </a:ext>
            </a:extLst>
          </p:cNvPr>
          <p:cNvGrpSpPr/>
          <p:nvPr/>
        </p:nvGrpSpPr>
        <p:grpSpPr>
          <a:xfrm>
            <a:off x="6365662" y="2987380"/>
            <a:ext cx="2340824" cy="1024592"/>
            <a:chOff x="6387887" y="3249000"/>
            <a:chExt cx="2340824" cy="1024592"/>
          </a:xfrm>
        </p:grpSpPr>
        <p:grpSp>
          <p:nvGrpSpPr>
            <p:cNvPr id="103" name="그룹 102">
              <a:extLst>
                <a:ext uri="{FF2B5EF4-FFF2-40B4-BE49-F238E27FC236}">
                  <a16:creationId xmlns:a16="http://schemas.microsoft.com/office/drawing/2014/main" id="{3C85DE1A-4752-4620-A783-2111F2E93547}"/>
                </a:ext>
              </a:extLst>
            </p:cNvPr>
            <p:cNvGrpSpPr/>
            <p:nvPr/>
          </p:nvGrpSpPr>
          <p:grpSpPr>
            <a:xfrm>
              <a:off x="6391259" y="3249000"/>
              <a:ext cx="1878287" cy="180000"/>
              <a:chOff x="3572617" y="2600060"/>
              <a:chExt cx="1878287" cy="180000"/>
            </a:xfrm>
          </p:grpSpPr>
          <p:sp>
            <p:nvSpPr>
              <p:cNvPr id="97" name="직사각형 96">
                <a:extLst>
                  <a:ext uri="{FF2B5EF4-FFF2-40B4-BE49-F238E27FC236}">
                    <a16:creationId xmlns:a16="http://schemas.microsoft.com/office/drawing/2014/main" id="{B47AAEFC-4C36-4EF5-87CE-6D3B397C1CF2}"/>
                  </a:ext>
                </a:extLst>
              </p:cNvPr>
              <p:cNvSpPr>
                <a:spLocks noChangeAspect="1"/>
              </p:cNvSpPr>
              <p:nvPr/>
            </p:nvSpPr>
            <p:spPr>
              <a:xfrm>
                <a:off x="3572617" y="2600060"/>
                <a:ext cx="180000" cy="180000"/>
              </a:xfrm>
              <a:prstGeom prst="rect">
                <a:avLst/>
              </a:prstGeom>
              <a:solidFill>
                <a:srgbClr val="0000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직사각형 97">
                <a:extLst>
                  <a:ext uri="{FF2B5EF4-FFF2-40B4-BE49-F238E27FC236}">
                    <a16:creationId xmlns:a16="http://schemas.microsoft.com/office/drawing/2014/main" id="{BC194095-DABD-4E7D-9F49-9A3B38C43E48}"/>
                  </a:ext>
                </a:extLst>
              </p:cNvPr>
              <p:cNvSpPr/>
              <p:nvPr/>
            </p:nvSpPr>
            <p:spPr>
              <a:xfrm>
                <a:off x="3711341" y="2600060"/>
                <a:ext cx="1739563" cy="1743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dirty="0">
                    <a:solidFill>
                      <a:schemeClr val="tx1"/>
                    </a:solidFill>
                    <a:latin typeface="Times New Roman" panose="02020603050405020304" pitchFamily="18" charset="0"/>
                    <a:cs typeface="Times New Roman" panose="02020603050405020304" pitchFamily="18" charset="0"/>
                  </a:rPr>
                  <a:t>Tension material</a:t>
                </a:r>
                <a:endParaRPr lang="ko-KR" altLang="en-US" dirty="0">
                  <a:solidFill>
                    <a:schemeClr val="tx1"/>
                  </a:solidFill>
                  <a:latin typeface="Times New Roman" panose="02020603050405020304" pitchFamily="18" charset="0"/>
                  <a:cs typeface="Times New Roman" panose="02020603050405020304" pitchFamily="18" charset="0"/>
                </a:endParaRPr>
              </a:p>
            </p:txBody>
          </p:sp>
        </p:grpSp>
        <p:grpSp>
          <p:nvGrpSpPr>
            <p:cNvPr id="11" name="그룹 10">
              <a:extLst>
                <a:ext uri="{FF2B5EF4-FFF2-40B4-BE49-F238E27FC236}">
                  <a16:creationId xmlns:a16="http://schemas.microsoft.com/office/drawing/2014/main" id="{0F5740A2-6806-47FA-ACF3-3DC020A3439E}"/>
                </a:ext>
              </a:extLst>
            </p:cNvPr>
            <p:cNvGrpSpPr/>
            <p:nvPr/>
          </p:nvGrpSpPr>
          <p:grpSpPr>
            <a:xfrm>
              <a:off x="6387887" y="3674146"/>
              <a:ext cx="2340824" cy="180000"/>
              <a:chOff x="3572617" y="2889967"/>
              <a:chExt cx="2340824" cy="180000"/>
            </a:xfrm>
          </p:grpSpPr>
          <p:sp>
            <p:nvSpPr>
              <p:cNvPr id="99" name="직사각형 98">
                <a:extLst>
                  <a:ext uri="{FF2B5EF4-FFF2-40B4-BE49-F238E27FC236}">
                    <a16:creationId xmlns:a16="http://schemas.microsoft.com/office/drawing/2014/main" id="{DC7D59FE-8ECC-4A49-9130-79DED35B6BBA}"/>
                  </a:ext>
                </a:extLst>
              </p:cNvPr>
              <p:cNvSpPr>
                <a:spLocks noChangeAspect="1"/>
              </p:cNvSpPr>
              <p:nvPr/>
            </p:nvSpPr>
            <p:spPr>
              <a:xfrm>
                <a:off x="3572617" y="2889967"/>
                <a:ext cx="180000" cy="180000"/>
              </a:xfrm>
              <a:prstGeom prst="rect">
                <a:avLst/>
              </a:prstGeom>
              <a:solidFill>
                <a:srgbClr val="FF00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직사각형 99">
                <a:extLst>
                  <a:ext uri="{FF2B5EF4-FFF2-40B4-BE49-F238E27FC236}">
                    <a16:creationId xmlns:a16="http://schemas.microsoft.com/office/drawing/2014/main" id="{6839FFEE-EBB8-4D2A-8FF9-32F22E601687}"/>
                  </a:ext>
                </a:extLst>
              </p:cNvPr>
              <p:cNvSpPr/>
              <p:nvPr/>
            </p:nvSpPr>
            <p:spPr>
              <a:xfrm>
                <a:off x="3711341" y="2889967"/>
                <a:ext cx="2202100" cy="1743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dirty="0">
                    <a:solidFill>
                      <a:schemeClr val="tx1"/>
                    </a:solidFill>
                    <a:latin typeface="Times New Roman" panose="02020603050405020304" pitchFamily="18" charset="0"/>
                    <a:cs typeface="Times New Roman" panose="02020603050405020304" pitchFamily="18" charset="0"/>
                  </a:rPr>
                  <a:t>Compression material</a:t>
                </a:r>
                <a:endParaRPr lang="ko-KR" altLang="en-US" dirty="0">
                  <a:solidFill>
                    <a:schemeClr val="tx1"/>
                  </a:solidFill>
                  <a:latin typeface="Times New Roman" panose="02020603050405020304" pitchFamily="18" charset="0"/>
                  <a:cs typeface="Times New Roman" panose="02020603050405020304" pitchFamily="18" charset="0"/>
                </a:endParaRPr>
              </a:p>
            </p:txBody>
          </p:sp>
        </p:grpSp>
        <p:grpSp>
          <p:nvGrpSpPr>
            <p:cNvPr id="13" name="그룹 12">
              <a:extLst>
                <a:ext uri="{FF2B5EF4-FFF2-40B4-BE49-F238E27FC236}">
                  <a16:creationId xmlns:a16="http://schemas.microsoft.com/office/drawing/2014/main" id="{F7A3D987-6599-4AC0-AF53-8CAA4BBD47FA}"/>
                </a:ext>
              </a:extLst>
            </p:cNvPr>
            <p:cNvGrpSpPr/>
            <p:nvPr/>
          </p:nvGrpSpPr>
          <p:grpSpPr>
            <a:xfrm>
              <a:off x="6387887" y="4093592"/>
              <a:ext cx="879038" cy="180000"/>
              <a:chOff x="3572617" y="3181186"/>
              <a:chExt cx="879038" cy="180000"/>
            </a:xfrm>
          </p:grpSpPr>
          <p:sp>
            <p:nvSpPr>
              <p:cNvPr id="101" name="직사각형 100">
                <a:extLst>
                  <a:ext uri="{FF2B5EF4-FFF2-40B4-BE49-F238E27FC236}">
                    <a16:creationId xmlns:a16="http://schemas.microsoft.com/office/drawing/2014/main" id="{9543E492-4117-4B9E-8D0B-6234B4DEBECE}"/>
                  </a:ext>
                </a:extLst>
              </p:cNvPr>
              <p:cNvSpPr>
                <a:spLocks noChangeAspect="1"/>
              </p:cNvSpPr>
              <p:nvPr/>
            </p:nvSpPr>
            <p:spPr>
              <a:xfrm>
                <a:off x="3572617" y="3181186"/>
                <a:ext cx="180000" cy="180000"/>
              </a:xfrm>
              <a:prstGeom prst="rect">
                <a:avLst/>
              </a:prstGeom>
              <a:solidFill>
                <a:schemeClr val="bg1"/>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직사각형 101">
                <a:extLst>
                  <a:ext uri="{FF2B5EF4-FFF2-40B4-BE49-F238E27FC236}">
                    <a16:creationId xmlns:a16="http://schemas.microsoft.com/office/drawing/2014/main" id="{13BB58D0-FC24-4F55-B52F-63B380334640}"/>
                  </a:ext>
                </a:extLst>
              </p:cNvPr>
              <p:cNvSpPr/>
              <p:nvPr/>
            </p:nvSpPr>
            <p:spPr>
              <a:xfrm>
                <a:off x="3711341" y="3181186"/>
                <a:ext cx="740314" cy="1743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dirty="0">
                    <a:solidFill>
                      <a:schemeClr val="tx1"/>
                    </a:solidFill>
                    <a:latin typeface="Times New Roman" panose="02020603050405020304" pitchFamily="18" charset="0"/>
                    <a:cs typeface="Times New Roman" panose="02020603050405020304" pitchFamily="18" charset="0"/>
                  </a:rPr>
                  <a:t>Void</a:t>
                </a:r>
                <a:endParaRPr lang="ko-KR" altLang="en-US" dirty="0">
                  <a:solidFill>
                    <a:schemeClr val="tx1"/>
                  </a:solidFill>
                  <a:latin typeface="Times New Roman" panose="02020603050405020304" pitchFamily="18" charset="0"/>
                  <a:cs typeface="Times New Roman" panose="02020603050405020304" pitchFamily="18" charset="0"/>
                </a:endParaRPr>
              </a:p>
            </p:txBody>
          </p:sp>
        </p:grpSp>
      </p:grpSp>
      <p:sp>
        <p:nvSpPr>
          <p:cNvPr id="105" name="직사각형 104">
            <a:extLst>
              <a:ext uri="{FF2B5EF4-FFF2-40B4-BE49-F238E27FC236}">
                <a16:creationId xmlns:a16="http://schemas.microsoft.com/office/drawing/2014/main" id="{B396B4A2-97C7-4BBB-B82D-DDF26A4AADD7}"/>
              </a:ext>
            </a:extLst>
          </p:cNvPr>
          <p:cNvSpPr/>
          <p:nvPr/>
        </p:nvSpPr>
        <p:spPr>
          <a:xfrm>
            <a:off x="3527425" y="4605744"/>
            <a:ext cx="2632075" cy="5377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a:solidFill>
                  <a:schemeClr val="tx1"/>
                </a:solidFill>
                <a:latin typeface="Times New Roman" panose="02020603050405020304" pitchFamily="18" charset="0"/>
                <a:cs typeface="Times New Roman" panose="02020603050405020304" pitchFamily="18" charset="0"/>
              </a:rPr>
              <a:t>Material assignment </a:t>
            </a:r>
          </a:p>
          <a:p>
            <a:pPr algn="ctr"/>
            <a:r>
              <a:rPr lang="en-US" altLang="ko-KR" dirty="0">
                <a:solidFill>
                  <a:schemeClr val="tx1"/>
                </a:solidFill>
                <a:latin typeface="Times New Roman" panose="02020603050405020304" pitchFamily="18" charset="0"/>
                <a:cs typeface="Times New Roman" panose="02020603050405020304" pitchFamily="18" charset="0"/>
              </a:rPr>
              <a:t>at iteration 10</a:t>
            </a:r>
            <a:endParaRPr lang="ko-KR" altLang="en-US" dirty="0">
              <a:solidFill>
                <a:schemeClr val="tx1"/>
              </a:solidFill>
              <a:latin typeface="Times New Roman" panose="02020603050405020304" pitchFamily="18" charset="0"/>
              <a:cs typeface="Times New Roman" panose="02020603050405020304" pitchFamily="18" charset="0"/>
            </a:endParaRPr>
          </a:p>
        </p:txBody>
      </p:sp>
      <p:sp>
        <p:nvSpPr>
          <p:cNvPr id="54" name="직사각형 53">
            <a:extLst>
              <a:ext uri="{FF2B5EF4-FFF2-40B4-BE49-F238E27FC236}">
                <a16:creationId xmlns:a16="http://schemas.microsoft.com/office/drawing/2014/main" id="{2AF157D5-F515-4DD5-AF62-0C9FA1B1B5ED}"/>
              </a:ext>
            </a:extLst>
          </p:cNvPr>
          <p:cNvSpPr/>
          <p:nvPr/>
        </p:nvSpPr>
        <p:spPr>
          <a:xfrm>
            <a:off x="274739" y="179911"/>
            <a:ext cx="1760220" cy="335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dirty="0">
                <a:solidFill>
                  <a:srgbClr val="FF0000"/>
                </a:solidFill>
                <a:latin typeface="Times New Roman" panose="02020603050405020304" pitchFamily="18" charset="0"/>
                <a:cs typeface="Times New Roman" panose="02020603050405020304" pitchFamily="18" charset="0"/>
              </a:rPr>
              <a:t>Fig. 6b</a:t>
            </a:r>
            <a:endParaRPr lang="ko-KR" altLang="en-US"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43482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직사각형 16">
            <a:extLst>
              <a:ext uri="{FF2B5EF4-FFF2-40B4-BE49-F238E27FC236}">
                <a16:creationId xmlns:a16="http://schemas.microsoft.com/office/drawing/2014/main" id="{FBE97B98-A734-4B10-AB42-030F6A960686}"/>
              </a:ext>
            </a:extLst>
          </p:cNvPr>
          <p:cNvSpPr/>
          <p:nvPr/>
        </p:nvSpPr>
        <p:spPr>
          <a:xfrm>
            <a:off x="6096000" y="3179427"/>
            <a:ext cx="310392" cy="335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3" name="그림 2">
            <a:extLst>
              <a:ext uri="{FF2B5EF4-FFF2-40B4-BE49-F238E27FC236}">
                <a16:creationId xmlns:a16="http://schemas.microsoft.com/office/drawing/2014/main" id="{27F0D54E-8030-4BE5-9ABC-5AC2393A6595}"/>
              </a:ext>
            </a:extLst>
          </p:cNvPr>
          <p:cNvPicPr>
            <a:picLocks noChangeAspect="1"/>
          </p:cNvPicPr>
          <p:nvPr/>
        </p:nvPicPr>
        <p:blipFill>
          <a:blip r:embed="rId3"/>
          <a:stretch>
            <a:fillRect/>
          </a:stretch>
        </p:blipFill>
        <p:spPr>
          <a:xfrm>
            <a:off x="3429000" y="1524000"/>
            <a:ext cx="5334000" cy="3810000"/>
          </a:xfrm>
          <a:prstGeom prst="rect">
            <a:avLst/>
          </a:prstGeom>
        </p:spPr>
      </p:pic>
      <p:sp>
        <p:nvSpPr>
          <p:cNvPr id="4" name="직사각형 3">
            <a:extLst>
              <a:ext uri="{FF2B5EF4-FFF2-40B4-BE49-F238E27FC236}">
                <a16:creationId xmlns:a16="http://schemas.microsoft.com/office/drawing/2014/main" id="{37596709-BFC7-4B60-8BA7-8B26DF3233FE}"/>
              </a:ext>
            </a:extLst>
          </p:cNvPr>
          <p:cNvSpPr/>
          <p:nvPr/>
        </p:nvSpPr>
        <p:spPr>
          <a:xfrm>
            <a:off x="5667521" y="3498322"/>
            <a:ext cx="972231" cy="3478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ko-KR" dirty="0">
                <a:solidFill>
                  <a:schemeClr val="tx1"/>
                </a:solidFill>
                <a:latin typeface="Times New Roman" panose="02020603050405020304" pitchFamily="18" charset="0"/>
                <a:cs typeface="Times New Roman" panose="02020603050405020304" pitchFamily="18" charset="0"/>
              </a:rPr>
              <a:t>0.2056</a:t>
            </a:r>
            <a:endParaRPr lang="ko-KR" altLang="en-US" dirty="0">
              <a:solidFill>
                <a:schemeClr val="tx1"/>
              </a:solidFill>
              <a:latin typeface="Times New Roman" panose="02020603050405020304" pitchFamily="18" charset="0"/>
              <a:cs typeface="Times New Roman" panose="02020603050405020304" pitchFamily="18" charset="0"/>
            </a:endParaRPr>
          </a:p>
        </p:txBody>
      </p:sp>
      <p:sp>
        <p:nvSpPr>
          <p:cNvPr id="6" name="직사각형 5">
            <a:extLst>
              <a:ext uri="{FF2B5EF4-FFF2-40B4-BE49-F238E27FC236}">
                <a16:creationId xmlns:a16="http://schemas.microsoft.com/office/drawing/2014/main" id="{A5EA3906-8180-490D-99B3-F97E43C0F3D2}"/>
              </a:ext>
            </a:extLst>
          </p:cNvPr>
          <p:cNvSpPr/>
          <p:nvPr/>
        </p:nvSpPr>
        <p:spPr>
          <a:xfrm>
            <a:off x="5667521" y="4383886"/>
            <a:ext cx="972231" cy="3478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ko-KR" dirty="0">
                <a:solidFill>
                  <a:schemeClr val="tx1"/>
                </a:solidFill>
                <a:latin typeface="Times New Roman" panose="02020603050405020304" pitchFamily="18" charset="0"/>
                <a:cs typeface="Times New Roman" panose="02020603050405020304" pitchFamily="18" charset="0"/>
              </a:rPr>
              <a:t>–0.3732</a:t>
            </a:r>
            <a:endParaRPr lang="ko-KR" altLang="en-US" dirty="0">
              <a:solidFill>
                <a:schemeClr val="tx1"/>
              </a:solidFill>
              <a:latin typeface="Times New Roman" panose="02020603050405020304" pitchFamily="18" charset="0"/>
              <a:cs typeface="Times New Roman" panose="02020603050405020304" pitchFamily="18" charset="0"/>
            </a:endParaRPr>
          </a:p>
        </p:txBody>
      </p:sp>
      <p:cxnSp>
        <p:nvCxnSpPr>
          <p:cNvPr id="7" name="직선 화살표 연결선 6">
            <a:extLst>
              <a:ext uri="{FF2B5EF4-FFF2-40B4-BE49-F238E27FC236}">
                <a16:creationId xmlns:a16="http://schemas.microsoft.com/office/drawing/2014/main" id="{B85DB5D1-BF7A-4A67-8CBB-E7B84E23A554}"/>
              </a:ext>
            </a:extLst>
          </p:cNvPr>
          <p:cNvCxnSpPr>
            <a:cxnSpLocks/>
          </p:cNvCxnSpPr>
          <p:nvPr/>
        </p:nvCxnSpPr>
        <p:spPr>
          <a:xfrm>
            <a:off x="6553200" y="3755231"/>
            <a:ext cx="280988" cy="23378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직선 화살표 연결선 9">
            <a:extLst>
              <a:ext uri="{FF2B5EF4-FFF2-40B4-BE49-F238E27FC236}">
                <a16:creationId xmlns:a16="http://schemas.microsoft.com/office/drawing/2014/main" id="{B9E36284-E554-4BD9-B141-EA4CD175AC9C}"/>
              </a:ext>
            </a:extLst>
          </p:cNvPr>
          <p:cNvCxnSpPr>
            <a:cxnSpLocks/>
          </p:cNvCxnSpPr>
          <p:nvPr/>
        </p:nvCxnSpPr>
        <p:spPr>
          <a:xfrm flipV="1">
            <a:off x="6553200" y="4298584"/>
            <a:ext cx="280987" cy="2592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직사각형 13">
            <a:extLst>
              <a:ext uri="{FF2B5EF4-FFF2-40B4-BE49-F238E27FC236}">
                <a16:creationId xmlns:a16="http://schemas.microsoft.com/office/drawing/2014/main" id="{F387426A-5257-4840-849A-9CE86E95B113}"/>
              </a:ext>
            </a:extLst>
          </p:cNvPr>
          <p:cNvSpPr/>
          <p:nvPr/>
        </p:nvSpPr>
        <p:spPr>
          <a:xfrm>
            <a:off x="7141522" y="3498322"/>
            <a:ext cx="972231" cy="3478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ko-KR" dirty="0">
                <a:solidFill>
                  <a:schemeClr val="tx1"/>
                </a:solidFill>
                <a:latin typeface="Times New Roman" panose="02020603050405020304" pitchFamily="18" charset="0"/>
                <a:cs typeface="Times New Roman" panose="02020603050405020304" pitchFamily="18" charset="0"/>
              </a:rPr>
              <a:t>–0.2166</a:t>
            </a:r>
            <a:endParaRPr lang="ko-KR" altLang="en-US" dirty="0">
              <a:solidFill>
                <a:schemeClr val="tx1"/>
              </a:solidFill>
              <a:latin typeface="Times New Roman" panose="02020603050405020304" pitchFamily="18" charset="0"/>
              <a:cs typeface="Times New Roman" panose="02020603050405020304" pitchFamily="18" charset="0"/>
            </a:endParaRPr>
          </a:p>
        </p:txBody>
      </p:sp>
      <p:cxnSp>
        <p:nvCxnSpPr>
          <p:cNvPr id="15" name="직선 화살표 연결선 14">
            <a:extLst>
              <a:ext uri="{FF2B5EF4-FFF2-40B4-BE49-F238E27FC236}">
                <a16:creationId xmlns:a16="http://schemas.microsoft.com/office/drawing/2014/main" id="{5BBF33C8-40DF-4225-AB71-22A23B3088C7}"/>
              </a:ext>
            </a:extLst>
          </p:cNvPr>
          <p:cNvCxnSpPr>
            <a:cxnSpLocks/>
          </p:cNvCxnSpPr>
          <p:nvPr/>
        </p:nvCxnSpPr>
        <p:spPr>
          <a:xfrm flipH="1">
            <a:off x="7386638" y="3783806"/>
            <a:ext cx="295275" cy="32623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직사각형 10">
            <a:extLst>
              <a:ext uri="{FF2B5EF4-FFF2-40B4-BE49-F238E27FC236}">
                <a16:creationId xmlns:a16="http://schemas.microsoft.com/office/drawing/2014/main" id="{8C63CA73-1CE5-454A-8308-F60D4F612FA6}"/>
              </a:ext>
            </a:extLst>
          </p:cNvPr>
          <p:cNvSpPr/>
          <p:nvPr/>
        </p:nvSpPr>
        <p:spPr>
          <a:xfrm>
            <a:off x="274739" y="179911"/>
            <a:ext cx="1760220" cy="335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dirty="0">
                <a:solidFill>
                  <a:srgbClr val="FF0000"/>
                </a:solidFill>
                <a:latin typeface="Times New Roman" panose="02020603050405020304" pitchFamily="18" charset="0"/>
                <a:cs typeface="Times New Roman" panose="02020603050405020304" pitchFamily="18" charset="0"/>
              </a:rPr>
              <a:t>Fig. 6c</a:t>
            </a:r>
            <a:endParaRPr lang="ko-KR" altLang="en-US"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5088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924160DF-D181-4F08-8B24-05DF9DA67783}"/>
              </a:ext>
            </a:extLst>
          </p:cNvPr>
          <p:cNvPicPr>
            <a:picLocks noChangeAspect="1"/>
          </p:cNvPicPr>
          <p:nvPr/>
        </p:nvPicPr>
        <p:blipFill>
          <a:blip r:embed="rId3"/>
          <a:stretch>
            <a:fillRect/>
          </a:stretch>
        </p:blipFill>
        <p:spPr>
          <a:xfrm>
            <a:off x="3429000" y="1524000"/>
            <a:ext cx="5334000" cy="3810000"/>
          </a:xfrm>
          <a:prstGeom prst="rect">
            <a:avLst/>
          </a:prstGeom>
        </p:spPr>
      </p:pic>
      <p:sp>
        <p:nvSpPr>
          <p:cNvPr id="17" name="직사각형 16">
            <a:extLst>
              <a:ext uri="{FF2B5EF4-FFF2-40B4-BE49-F238E27FC236}">
                <a16:creationId xmlns:a16="http://schemas.microsoft.com/office/drawing/2014/main" id="{FBE97B98-A734-4B10-AB42-030F6A960686}"/>
              </a:ext>
            </a:extLst>
          </p:cNvPr>
          <p:cNvSpPr/>
          <p:nvPr/>
        </p:nvSpPr>
        <p:spPr>
          <a:xfrm>
            <a:off x="6096000" y="3179427"/>
            <a:ext cx="310392" cy="335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5" name="직선 화살표 연결선 4">
            <a:extLst>
              <a:ext uri="{FF2B5EF4-FFF2-40B4-BE49-F238E27FC236}">
                <a16:creationId xmlns:a16="http://schemas.microsoft.com/office/drawing/2014/main" id="{9506893E-3983-4523-A6D7-F577D133CE10}"/>
              </a:ext>
            </a:extLst>
          </p:cNvPr>
          <p:cNvCxnSpPr>
            <a:cxnSpLocks/>
          </p:cNvCxnSpPr>
          <p:nvPr/>
        </p:nvCxnSpPr>
        <p:spPr>
          <a:xfrm flipH="1">
            <a:off x="4754880" y="4396740"/>
            <a:ext cx="480060" cy="1219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AC3D0AF-07EA-4FDE-84EE-216C1F18326B}"/>
              </a:ext>
            </a:extLst>
          </p:cNvPr>
          <p:cNvSpPr/>
          <p:nvPr/>
        </p:nvSpPr>
        <p:spPr>
          <a:xfrm>
            <a:off x="5017770" y="4215217"/>
            <a:ext cx="972231" cy="3478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ko-KR" dirty="0">
                <a:solidFill>
                  <a:schemeClr val="tx1"/>
                </a:solidFill>
                <a:latin typeface="Times New Roman" panose="02020603050405020304" pitchFamily="18" charset="0"/>
                <a:cs typeface="Times New Roman" panose="02020603050405020304" pitchFamily="18" charset="0"/>
              </a:rPr>
              <a:t>0.0096</a:t>
            </a:r>
            <a:endParaRPr lang="ko-KR" altLang="en-US" dirty="0">
              <a:solidFill>
                <a:schemeClr val="tx1"/>
              </a:solidFill>
              <a:latin typeface="Times New Roman" panose="02020603050405020304" pitchFamily="18" charset="0"/>
              <a:cs typeface="Times New Roman" panose="02020603050405020304" pitchFamily="18" charset="0"/>
            </a:endParaRPr>
          </a:p>
        </p:txBody>
      </p:sp>
      <p:sp>
        <p:nvSpPr>
          <p:cNvPr id="7" name="직사각형 6">
            <a:extLst>
              <a:ext uri="{FF2B5EF4-FFF2-40B4-BE49-F238E27FC236}">
                <a16:creationId xmlns:a16="http://schemas.microsoft.com/office/drawing/2014/main" id="{7D68F440-8A08-43F0-8309-840901ED5921}"/>
              </a:ext>
            </a:extLst>
          </p:cNvPr>
          <p:cNvSpPr/>
          <p:nvPr/>
        </p:nvSpPr>
        <p:spPr>
          <a:xfrm>
            <a:off x="4667047" y="3662273"/>
            <a:ext cx="972231" cy="3478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ko-KR" dirty="0">
                <a:solidFill>
                  <a:schemeClr val="tx1"/>
                </a:solidFill>
                <a:latin typeface="Times New Roman" panose="02020603050405020304" pitchFamily="18" charset="0"/>
                <a:cs typeface="Times New Roman" panose="02020603050405020304" pitchFamily="18" charset="0"/>
              </a:rPr>
              <a:t>0.0262</a:t>
            </a:r>
            <a:endParaRPr lang="ko-KR" altLang="en-US" dirty="0">
              <a:solidFill>
                <a:schemeClr val="tx1"/>
              </a:solidFill>
              <a:latin typeface="Times New Roman" panose="02020603050405020304" pitchFamily="18" charset="0"/>
              <a:cs typeface="Times New Roman" panose="02020603050405020304" pitchFamily="18" charset="0"/>
            </a:endParaRPr>
          </a:p>
        </p:txBody>
      </p:sp>
      <p:cxnSp>
        <p:nvCxnSpPr>
          <p:cNvPr id="9" name="직선 화살표 연결선 8">
            <a:extLst>
              <a:ext uri="{FF2B5EF4-FFF2-40B4-BE49-F238E27FC236}">
                <a16:creationId xmlns:a16="http://schemas.microsoft.com/office/drawing/2014/main" id="{C126CFD8-4667-413C-99CE-73BB2AB6E05A}"/>
              </a:ext>
            </a:extLst>
          </p:cNvPr>
          <p:cNvCxnSpPr>
            <a:cxnSpLocks/>
          </p:cNvCxnSpPr>
          <p:nvPr/>
        </p:nvCxnSpPr>
        <p:spPr>
          <a:xfrm flipH="1">
            <a:off x="4702902" y="3937427"/>
            <a:ext cx="219618" cy="3186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직사각형 11">
            <a:extLst>
              <a:ext uri="{FF2B5EF4-FFF2-40B4-BE49-F238E27FC236}">
                <a16:creationId xmlns:a16="http://schemas.microsoft.com/office/drawing/2014/main" id="{6E600749-2F92-4DDB-93E3-D554860A543A}"/>
              </a:ext>
            </a:extLst>
          </p:cNvPr>
          <p:cNvSpPr/>
          <p:nvPr/>
        </p:nvSpPr>
        <p:spPr>
          <a:xfrm>
            <a:off x="274739" y="179911"/>
            <a:ext cx="1760220" cy="335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dirty="0">
                <a:solidFill>
                  <a:srgbClr val="FF0000"/>
                </a:solidFill>
                <a:latin typeface="Times New Roman" panose="02020603050405020304" pitchFamily="18" charset="0"/>
                <a:cs typeface="Times New Roman" panose="02020603050405020304" pitchFamily="18" charset="0"/>
              </a:rPr>
              <a:t>Fig. 6d</a:t>
            </a:r>
            <a:endParaRPr lang="ko-KR" altLang="en-US"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50621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직사각형 16">
            <a:extLst>
              <a:ext uri="{FF2B5EF4-FFF2-40B4-BE49-F238E27FC236}">
                <a16:creationId xmlns:a16="http://schemas.microsoft.com/office/drawing/2014/main" id="{FBE97B98-A734-4B10-AB42-030F6A960686}"/>
              </a:ext>
            </a:extLst>
          </p:cNvPr>
          <p:cNvSpPr/>
          <p:nvPr/>
        </p:nvSpPr>
        <p:spPr>
          <a:xfrm>
            <a:off x="6096000" y="3179427"/>
            <a:ext cx="310392" cy="335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6" name="그림 5">
            <a:extLst>
              <a:ext uri="{FF2B5EF4-FFF2-40B4-BE49-F238E27FC236}">
                <a16:creationId xmlns:a16="http://schemas.microsoft.com/office/drawing/2014/main" id="{4BB4A274-151D-40AE-AE21-DB44DF06C15B}"/>
              </a:ext>
            </a:extLst>
          </p:cNvPr>
          <p:cNvPicPr>
            <a:picLocks noChangeAspect="1"/>
          </p:cNvPicPr>
          <p:nvPr/>
        </p:nvPicPr>
        <p:blipFill>
          <a:blip r:embed="rId3"/>
          <a:stretch>
            <a:fillRect/>
          </a:stretch>
        </p:blipFill>
        <p:spPr>
          <a:xfrm>
            <a:off x="3429000" y="1524000"/>
            <a:ext cx="5334000" cy="3810000"/>
          </a:xfrm>
          <a:prstGeom prst="rect">
            <a:avLst/>
          </a:prstGeom>
        </p:spPr>
      </p:pic>
      <p:sp>
        <p:nvSpPr>
          <p:cNvPr id="8" name="직사각형 7">
            <a:extLst>
              <a:ext uri="{FF2B5EF4-FFF2-40B4-BE49-F238E27FC236}">
                <a16:creationId xmlns:a16="http://schemas.microsoft.com/office/drawing/2014/main" id="{D45FF933-AA18-4FA1-B087-927890416067}"/>
              </a:ext>
            </a:extLst>
          </p:cNvPr>
          <p:cNvSpPr/>
          <p:nvPr/>
        </p:nvSpPr>
        <p:spPr>
          <a:xfrm>
            <a:off x="274739" y="179911"/>
            <a:ext cx="1760220" cy="335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dirty="0">
                <a:solidFill>
                  <a:srgbClr val="FF0000"/>
                </a:solidFill>
                <a:latin typeface="Times New Roman" panose="02020603050405020304" pitchFamily="18" charset="0"/>
                <a:cs typeface="Times New Roman" panose="02020603050405020304" pitchFamily="18" charset="0"/>
              </a:rPr>
              <a:t>Fig. 7a</a:t>
            </a:r>
            <a:endParaRPr lang="ko-KR" altLang="en-US"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6400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그림 20">
            <a:extLst>
              <a:ext uri="{FF2B5EF4-FFF2-40B4-BE49-F238E27FC236}">
                <a16:creationId xmlns:a16="http://schemas.microsoft.com/office/drawing/2014/main" id="{E2783F4D-B545-433D-AD6D-1F4E7DF20CBB}"/>
              </a:ext>
            </a:extLst>
          </p:cNvPr>
          <p:cNvPicPr>
            <a:picLocks noChangeAspect="1"/>
          </p:cNvPicPr>
          <p:nvPr/>
        </p:nvPicPr>
        <p:blipFill>
          <a:blip r:embed="rId3"/>
          <a:stretch>
            <a:fillRect/>
          </a:stretch>
        </p:blipFill>
        <p:spPr>
          <a:xfrm>
            <a:off x="3429000" y="1524000"/>
            <a:ext cx="5334000" cy="3810000"/>
          </a:xfrm>
          <a:prstGeom prst="rect">
            <a:avLst/>
          </a:prstGeom>
        </p:spPr>
      </p:pic>
      <p:sp>
        <p:nvSpPr>
          <p:cNvPr id="17" name="직사각형 16">
            <a:extLst>
              <a:ext uri="{FF2B5EF4-FFF2-40B4-BE49-F238E27FC236}">
                <a16:creationId xmlns:a16="http://schemas.microsoft.com/office/drawing/2014/main" id="{FBE97B98-A734-4B10-AB42-030F6A960686}"/>
              </a:ext>
            </a:extLst>
          </p:cNvPr>
          <p:cNvSpPr/>
          <p:nvPr/>
        </p:nvSpPr>
        <p:spPr>
          <a:xfrm>
            <a:off x="6096000" y="3179427"/>
            <a:ext cx="310392" cy="335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직사각형 4">
            <a:extLst>
              <a:ext uri="{FF2B5EF4-FFF2-40B4-BE49-F238E27FC236}">
                <a16:creationId xmlns:a16="http://schemas.microsoft.com/office/drawing/2014/main" id="{FD8C388D-B205-4A8A-AEE8-BF6842D131DE}"/>
              </a:ext>
            </a:extLst>
          </p:cNvPr>
          <p:cNvSpPr/>
          <p:nvPr/>
        </p:nvSpPr>
        <p:spPr>
          <a:xfrm>
            <a:off x="7389017" y="4594394"/>
            <a:ext cx="316800" cy="108000"/>
          </a:xfrm>
          <a:prstGeom prst="rect">
            <a:avLst/>
          </a:prstGeom>
          <a:noFill/>
          <a:ln w="63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 name="직선 연결선 5">
            <a:extLst>
              <a:ext uri="{FF2B5EF4-FFF2-40B4-BE49-F238E27FC236}">
                <a16:creationId xmlns:a16="http://schemas.microsoft.com/office/drawing/2014/main" id="{D24CC8DA-7005-48A7-B354-915051335430}"/>
              </a:ext>
            </a:extLst>
          </p:cNvPr>
          <p:cNvCxnSpPr>
            <a:cxnSpLocks/>
            <a:stCxn id="5" idx="0"/>
          </p:cNvCxnSpPr>
          <p:nvPr/>
        </p:nvCxnSpPr>
        <p:spPr>
          <a:xfrm flipH="1" flipV="1">
            <a:off x="7015163" y="4356485"/>
            <a:ext cx="532254" cy="237909"/>
          </a:xfrm>
          <a:prstGeom prst="line">
            <a:avLst/>
          </a:prstGeom>
          <a:ln w="6350">
            <a:solidFill>
              <a:srgbClr val="FF0000"/>
            </a:solidFill>
            <a:prstDash val="sysDash"/>
          </a:ln>
        </p:spPr>
        <p:style>
          <a:lnRef idx="1">
            <a:schemeClr val="accent1"/>
          </a:lnRef>
          <a:fillRef idx="0">
            <a:schemeClr val="accent1"/>
          </a:fillRef>
          <a:effectRef idx="0">
            <a:schemeClr val="accent1"/>
          </a:effectRef>
          <a:fontRef idx="minor">
            <a:schemeClr val="tx1"/>
          </a:fontRef>
        </p:style>
      </p:cxnSp>
      <p:pic>
        <p:nvPicPr>
          <p:cNvPr id="18" name="그림 17">
            <a:extLst>
              <a:ext uri="{FF2B5EF4-FFF2-40B4-BE49-F238E27FC236}">
                <a16:creationId xmlns:a16="http://schemas.microsoft.com/office/drawing/2014/main" id="{5CBC9F8B-296E-4A18-82D6-69DCE0CAA83D}"/>
              </a:ext>
            </a:extLst>
          </p:cNvPr>
          <p:cNvPicPr>
            <a:picLocks noChangeAspect="1"/>
          </p:cNvPicPr>
          <p:nvPr/>
        </p:nvPicPr>
        <p:blipFill>
          <a:blip r:embed="rId4"/>
          <a:stretch>
            <a:fillRect/>
          </a:stretch>
        </p:blipFill>
        <p:spPr>
          <a:xfrm>
            <a:off x="4954588" y="2636947"/>
            <a:ext cx="3200400" cy="1714500"/>
          </a:xfrm>
          <a:prstGeom prst="rect">
            <a:avLst/>
          </a:prstGeom>
          <a:solidFill>
            <a:schemeClr val="bg1"/>
          </a:solidFill>
          <a:ln w="6350">
            <a:solidFill>
              <a:srgbClr val="FF0000"/>
            </a:solidFill>
            <a:prstDash val="sysDash"/>
          </a:ln>
        </p:spPr>
      </p:pic>
      <p:sp>
        <p:nvSpPr>
          <p:cNvPr id="22" name="직사각형 21">
            <a:extLst>
              <a:ext uri="{FF2B5EF4-FFF2-40B4-BE49-F238E27FC236}">
                <a16:creationId xmlns:a16="http://schemas.microsoft.com/office/drawing/2014/main" id="{0327BAD1-78DD-4085-9406-CA102715FD64}"/>
              </a:ext>
            </a:extLst>
          </p:cNvPr>
          <p:cNvSpPr/>
          <p:nvPr/>
        </p:nvSpPr>
        <p:spPr>
          <a:xfrm>
            <a:off x="274739" y="179911"/>
            <a:ext cx="1760220" cy="335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dirty="0">
                <a:solidFill>
                  <a:srgbClr val="FF0000"/>
                </a:solidFill>
                <a:latin typeface="Times New Roman" panose="02020603050405020304" pitchFamily="18" charset="0"/>
                <a:cs typeface="Times New Roman" panose="02020603050405020304" pitchFamily="18" charset="0"/>
              </a:rPr>
              <a:t>Fig. 7b</a:t>
            </a:r>
            <a:endParaRPr lang="ko-KR" altLang="en-US"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84356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그림 27">
            <a:extLst>
              <a:ext uri="{FF2B5EF4-FFF2-40B4-BE49-F238E27FC236}">
                <a16:creationId xmlns:a16="http://schemas.microsoft.com/office/drawing/2014/main" id="{585617DF-2C0B-485A-AE91-B39AD85A0293}"/>
              </a:ext>
            </a:extLst>
          </p:cNvPr>
          <p:cNvPicPr>
            <a:picLocks noChangeAspect="1"/>
          </p:cNvPicPr>
          <p:nvPr/>
        </p:nvPicPr>
        <p:blipFill>
          <a:blip r:embed="rId3"/>
          <a:stretch>
            <a:fillRect/>
          </a:stretch>
        </p:blipFill>
        <p:spPr>
          <a:xfrm>
            <a:off x="3429000" y="1524000"/>
            <a:ext cx="5334000" cy="3810000"/>
          </a:xfrm>
          <a:prstGeom prst="rect">
            <a:avLst/>
          </a:prstGeom>
        </p:spPr>
      </p:pic>
      <p:sp>
        <p:nvSpPr>
          <p:cNvPr id="17" name="직사각형 16">
            <a:extLst>
              <a:ext uri="{FF2B5EF4-FFF2-40B4-BE49-F238E27FC236}">
                <a16:creationId xmlns:a16="http://schemas.microsoft.com/office/drawing/2014/main" id="{FBE97B98-A734-4B10-AB42-030F6A960686}"/>
              </a:ext>
            </a:extLst>
          </p:cNvPr>
          <p:cNvSpPr/>
          <p:nvPr/>
        </p:nvSpPr>
        <p:spPr>
          <a:xfrm>
            <a:off x="6096000" y="3179427"/>
            <a:ext cx="310392" cy="335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직사각형 6">
            <a:extLst>
              <a:ext uri="{FF2B5EF4-FFF2-40B4-BE49-F238E27FC236}">
                <a16:creationId xmlns:a16="http://schemas.microsoft.com/office/drawing/2014/main" id="{A7E8690C-2107-4B7D-85BF-B2A5E044AA20}"/>
              </a:ext>
            </a:extLst>
          </p:cNvPr>
          <p:cNvSpPr/>
          <p:nvPr/>
        </p:nvSpPr>
        <p:spPr>
          <a:xfrm>
            <a:off x="7352424" y="3201354"/>
            <a:ext cx="331200" cy="108000"/>
          </a:xfrm>
          <a:prstGeom prst="rect">
            <a:avLst/>
          </a:prstGeom>
          <a:noFill/>
          <a:ln w="63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 name="직선 연결선 14">
            <a:extLst>
              <a:ext uri="{FF2B5EF4-FFF2-40B4-BE49-F238E27FC236}">
                <a16:creationId xmlns:a16="http://schemas.microsoft.com/office/drawing/2014/main" id="{F44A32D4-B99B-4D09-8FDB-AC16626F029E}"/>
              </a:ext>
            </a:extLst>
          </p:cNvPr>
          <p:cNvCxnSpPr>
            <a:cxnSpLocks/>
            <a:stCxn id="7" idx="0"/>
            <a:endCxn id="14" idx="2"/>
          </p:cNvCxnSpPr>
          <p:nvPr/>
        </p:nvCxnSpPr>
        <p:spPr>
          <a:xfrm flipH="1" flipV="1">
            <a:off x="7065010" y="3034488"/>
            <a:ext cx="453014" cy="166866"/>
          </a:xfrm>
          <a:prstGeom prst="line">
            <a:avLst/>
          </a:prstGeom>
          <a:ln w="6350">
            <a:solidFill>
              <a:srgbClr val="FF0000"/>
            </a:solidFill>
            <a:prstDash val="sysDash"/>
          </a:ln>
        </p:spPr>
        <p:style>
          <a:lnRef idx="1">
            <a:schemeClr val="accent1"/>
          </a:lnRef>
          <a:fillRef idx="0">
            <a:schemeClr val="accent1"/>
          </a:fillRef>
          <a:effectRef idx="0">
            <a:schemeClr val="accent1"/>
          </a:effectRef>
          <a:fontRef idx="minor">
            <a:schemeClr val="tx1"/>
          </a:fontRef>
        </p:style>
      </p:cxnSp>
      <p:pic>
        <p:nvPicPr>
          <p:cNvPr id="14" name="그림 13">
            <a:extLst>
              <a:ext uri="{FF2B5EF4-FFF2-40B4-BE49-F238E27FC236}">
                <a16:creationId xmlns:a16="http://schemas.microsoft.com/office/drawing/2014/main" id="{C02A2932-95F3-4598-9763-DB4672331228}"/>
              </a:ext>
            </a:extLst>
          </p:cNvPr>
          <p:cNvPicPr>
            <a:picLocks noChangeAspect="1"/>
          </p:cNvPicPr>
          <p:nvPr/>
        </p:nvPicPr>
        <p:blipFill>
          <a:blip r:embed="rId4"/>
          <a:stretch>
            <a:fillRect/>
          </a:stretch>
        </p:blipFill>
        <p:spPr>
          <a:xfrm>
            <a:off x="5731510" y="1605738"/>
            <a:ext cx="2667000" cy="1428750"/>
          </a:xfrm>
          <a:prstGeom prst="rect">
            <a:avLst/>
          </a:prstGeom>
          <a:solidFill>
            <a:schemeClr val="bg1"/>
          </a:solidFill>
          <a:ln w="6350">
            <a:solidFill>
              <a:srgbClr val="FF0000"/>
            </a:solidFill>
            <a:prstDash val="sysDash"/>
          </a:ln>
        </p:spPr>
      </p:pic>
      <p:sp>
        <p:nvSpPr>
          <p:cNvPr id="29" name="직사각형 28">
            <a:extLst>
              <a:ext uri="{FF2B5EF4-FFF2-40B4-BE49-F238E27FC236}">
                <a16:creationId xmlns:a16="http://schemas.microsoft.com/office/drawing/2014/main" id="{5FF75173-7ED8-499D-8BED-5B59323E0D9E}"/>
              </a:ext>
            </a:extLst>
          </p:cNvPr>
          <p:cNvSpPr/>
          <p:nvPr/>
        </p:nvSpPr>
        <p:spPr>
          <a:xfrm>
            <a:off x="274739" y="179911"/>
            <a:ext cx="1760220" cy="335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dirty="0">
                <a:solidFill>
                  <a:srgbClr val="FF0000"/>
                </a:solidFill>
                <a:latin typeface="Times New Roman" panose="02020603050405020304" pitchFamily="18" charset="0"/>
                <a:cs typeface="Times New Roman" panose="02020603050405020304" pitchFamily="18" charset="0"/>
              </a:rPr>
              <a:t>Fig. 7c</a:t>
            </a:r>
            <a:endParaRPr lang="ko-KR" altLang="en-US"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04019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직사각형 4">
            <a:extLst>
              <a:ext uri="{FF2B5EF4-FFF2-40B4-BE49-F238E27FC236}">
                <a16:creationId xmlns:a16="http://schemas.microsoft.com/office/drawing/2014/main" id="{5ED9A233-DA65-45A0-9268-8D03190C6D2F}"/>
              </a:ext>
            </a:extLst>
          </p:cNvPr>
          <p:cNvSpPr/>
          <p:nvPr/>
        </p:nvSpPr>
        <p:spPr>
          <a:xfrm>
            <a:off x="6096000" y="3179427"/>
            <a:ext cx="310392" cy="335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7" name="그림 6">
            <a:extLst>
              <a:ext uri="{FF2B5EF4-FFF2-40B4-BE49-F238E27FC236}">
                <a16:creationId xmlns:a16="http://schemas.microsoft.com/office/drawing/2014/main" id="{3034C149-B761-49B6-93D7-A546D6B858E8}"/>
              </a:ext>
            </a:extLst>
          </p:cNvPr>
          <p:cNvPicPr>
            <a:picLocks noChangeAspect="1"/>
          </p:cNvPicPr>
          <p:nvPr/>
        </p:nvPicPr>
        <p:blipFill>
          <a:blip r:embed="rId3"/>
          <a:stretch>
            <a:fillRect/>
          </a:stretch>
        </p:blipFill>
        <p:spPr>
          <a:xfrm>
            <a:off x="3429000" y="1524000"/>
            <a:ext cx="5334000" cy="3810000"/>
          </a:xfrm>
          <a:prstGeom prst="rect">
            <a:avLst/>
          </a:prstGeom>
        </p:spPr>
      </p:pic>
      <p:sp>
        <p:nvSpPr>
          <p:cNvPr id="9" name="직사각형 8">
            <a:extLst>
              <a:ext uri="{FF2B5EF4-FFF2-40B4-BE49-F238E27FC236}">
                <a16:creationId xmlns:a16="http://schemas.microsoft.com/office/drawing/2014/main" id="{32F36CF8-79E1-4242-AA84-F101C362B52D}"/>
              </a:ext>
            </a:extLst>
          </p:cNvPr>
          <p:cNvSpPr/>
          <p:nvPr/>
        </p:nvSpPr>
        <p:spPr>
          <a:xfrm>
            <a:off x="274739" y="179911"/>
            <a:ext cx="1760220" cy="335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dirty="0">
                <a:solidFill>
                  <a:srgbClr val="FF0000"/>
                </a:solidFill>
                <a:latin typeface="Times New Roman" panose="02020603050405020304" pitchFamily="18" charset="0"/>
                <a:cs typeface="Times New Roman" panose="02020603050405020304" pitchFamily="18" charset="0"/>
              </a:rPr>
              <a:t>Fig. 7d</a:t>
            </a:r>
            <a:endParaRPr lang="ko-KR" altLang="en-US"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11923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A8957E1E-820B-48C6-83C3-47A3CD3DC3C0}"/>
              </a:ext>
            </a:extLst>
          </p:cNvPr>
          <p:cNvSpPr/>
          <p:nvPr/>
        </p:nvSpPr>
        <p:spPr>
          <a:xfrm>
            <a:off x="274739" y="179911"/>
            <a:ext cx="1760220" cy="335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dirty="0">
                <a:solidFill>
                  <a:srgbClr val="FF0000"/>
                </a:solidFill>
                <a:latin typeface="Times New Roman" panose="02020603050405020304" pitchFamily="18" charset="0"/>
                <a:cs typeface="Times New Roman" panose="02020603050405020304" pitchFamily="18" charset="0"/>
              </a:rPr>
              <a:t>Fig. 7e</a:t>
            </a:r>
            <a:endParaRPr lang="ko-KR" altLang="en-US" dirty="0">
              <a:solidFill>
                <a:srgbClr val="FF0000"/>
              </a:solidFill>
              <a:latin typeface="Times New Roman" panose="02020603050405020304" pitchFamily="18" charset="0"/>
              <a:cs typeface="Times New Roman" panose="02020603050405020304" pitchFamily="18" charset="0"/>
            </a:endParaRPr>
          </a:p>
        </p:txBody>
      </p:sp>
      <p:pic>
        <p:nvPicPr>
          <p:cNvPr id="7" name="그림 6">
            <a:extLst>
              <a:ext uri="{FF2B5EF4-FFF2-40B4-BE49-F238E27FC236}">
                <a16:creationId xmlns:a16="http://schemas.microsoft.com/office/drawing/2014/main" id="{F44A38E7-ACD2-4EAC-A49A-1BABEF1AA346}"/>
              </a:ext>
            </a:extLst>
          </p:cNvPr>
          <p:cNvPicPr>
            <a:picLocks noChangeAspect="1"/>
          </p:cNvPicPr>
          <p:nvPr/>
        </p:nvPicPr>
        <p:blipFill>
          <a:blip r:embed="rId3"/>
          <a:stretch>
            <a:fillRect/>
          </a:stretch>
        </p:blipFill>
        <p:spPr>
          <a:xfrm>
            <a:off x="3429000" y="1524000"/>
            <a:ext cx="5334000" cy="3810000"/>
          </a:xfrm>
          <a:prstGeom prst="rect">
            <a:avLst/>
          </a:prstGeom>
        </p:spPr>
      </p:pic>
    </p:spTree>
    <p:extLst>
      <p:ext uri="{BB962C8B-B14F-4D97-AF65-F5344CB8AC3E}">
        <p14:creationId xmlns:p14="http://schemas.microsoft.com/office/powerpoint/2010/main" val="571363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그림 12">
            <a:extLst>
              <a:ext uri="{FF2B5EF4-FFF2-40B4-BE49-F238E27FC236}">
                <a16:creationId xmlns:a16="http://schemas.microsoft.com/office/drawing/2014/main" id="{FBE887AD-9644-4E86-B031-79ADF7A5134D}"/>
              </a:ext>
            </a:extLst>
          </p:cNvPr>
          <p:cNvPicPr>
            <a:picLocks noChangeAspect="1"/>
          </p:cNvPicPr>
          <p:nvPr/>
        </p:nvPicPr>
        <p:blipFill>
          <a:blip r:embed="rId2"/>
          <a:srcRect t="5469" r="52808" b="57330"/>
          <a:stretch/>
        </p:blipFill>
        <p:spPr>
          <a:xfrm>
            <a:off x="-14286" y="3283585"/>
            <a:ext cx="3564585" cy="1282700"/>
          </a:xfrm>
          <a:prstGeom prst="rect">
            <a:avLst/>
          </a:prstGeom>
        </p:spPr>
      </p:pic>
      <p:pic>
        <p:nvPicPr>
          <p:cNvPr id="11" name="그림 10">
            <a:extLst>
              <a:ext uri="{FF2B5EF4-FFF2-40B4-BE49-F238E27FC236}">
                <a16:creationId xmlns:a16="http://schemas.microsoft.com/office/drawing/2014/main" id="{54EDB3C1-A837-4515-B64C-949D6F544C5A}"/>
              </a:ext>
            </a:extLst>
          </p:cNvPr>
          <p:cNvPicPr preferRelativeResize="0">
            <a:picLocks/>
          </p:cNvPicPr>
          <p:nvPr/>
        </p:nvPicPr>
        <p:blipFill rotWithShape="1">
          <a:blip r:embed="rId3"/>
          <a:srcRect l="13098" t="29244" r="9449" b="44767"/>
          <a:stretch/>
        </p:blipFill>
        <p:spPr>
          <a:xfrm>
            <a:off x="11905" y="2109770"/>
            <a:ext cx="2890800" cy="712800"/>
          </a:xfrm>
          <a:prstGeom prst="rect">
            <a:avLst/>
          </a:prstGeom>
        </p:spPr>
      </p:pic>
      <p:pic>
        <p:nvPicPr>
          <p:cNvPr id="14" name="그림 13">
            <a:extLst>
              <a:ext uri="{FF2B5EF4-FFF2-40B4-BE49-F238E27FC236}">
                <a16:creationId xmlns:a16="http://schemas.microsoft.com/office/drawing/2014/main" id="{7E5ED4C0-FD11-44B2-83BF-7A4AC13E875F}"/>
              </a:ext>
            </a:extLst>
          </p:cNvPr>
          <p:cNvPicPr>
            <a:picLocks noChangeAspect="1"/>
          </p:cNvPicPr>
          <p:nvPr/>
        </p:nvPicPr>
        <p:blipFill>
          <a:blip r:embed="rId2"/>
          <a:srcRect l="49806" t="5469" b="57330"/>
          <a:stretch/>
        </p:blipFill>
        <p:spPr>
          <a:xfrm>
            <a:off x="-210048" y="4764007"/>
            <a:ext cx="3791301" cy="1282700"/>
          </a:xfrm>
          <a:prstGeom prst="rect">
            <a:avLst/>
          </a:prstGeom>
        </p:spPr>
      </p:pic>
      <p:grpSp>
        <p:nvGrpSpPr>
          <p:cNvPr id="4" name="그룹 3">
            <a:extLst>
              <a:ext uri="{FF2B5EF4-FFF2-40B4-BE49-F238E27FC236}">
                <a16:creationId xmlns:a16="http://schemas.microsoft.com/office/drawing/2014/main" id="{7D095F6D-B1C4-4664-8331-654F266B7AD1}"/>
              </a:ext>
            </a:extLst>
          </p:cNvPr>
          <p:cNvGrpSpPr/>
          <p:nvPr/>
        </p:nvGrpSpPr>
        <p:grpSpPr>
          <a:xfrm>
            <a:off x="-36144" y="495300"/>
            <a:ext cx="3606206" cy="804169"/>
            <a:chOff x="-36144" y="495300"/>
            <a:chExt cx="3606206" cy="804169"/>
          </a:xfrm>
        </p:grpSpPr>
        <p:sp>
          <p:nvSpPr>
            <p:cNvPr id="15" name="직사각형 14">
              <a:extLst>
                <a:ext uri="{FF2B5EF4-FFF2-40B4-BE49-F238E27FC236}">
                  <a16:creationId xmlns:a16="http://schemas.microsoft.com/office/drawing/2014/main" id="{36704500-3A8D-4842-8F07-0607BAFC7AF2}"/>
                </a:ext>
              </a:extLst>
            </p:cNvPr>
            <p:cNvSpPr/>
            <p:nvPr/>
          </p:nvSpPr>
          <p:spPr>
            <a:xfrm>
              <a:off x="11905" y="495300"/>
              <a:ext cx="2890800" cy="712800"/>
            </a:xfrm>
            <a:prstGeom prst="rect">
              <a:avLst/>
            </a:prstGeom>
            <a:solidFill>
              <a:schemeClr val="bg1">
                <a:lumMod val="85000"/>
              </a:schemeClr>
            </a:solid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dirty="0"/>
            </a:p>
          </p:txBody>
        </p:sp>
        <p:sp>
          <p:nvSpPr>
            <p:cNvPr id="19" name="이등변 삼각형 18">
              <a:extLst>
                <a:ext uri="{FF2B5EF4-FFF2-40B4-BE49-F238E27FC236}">
                  <a16:creationId xmlns:a16="http://schemas.microsoft.com/office/drawing/2014/main" id="{AFD55475-82C0-48FD-85E2-B36656F4AB2C}"/>
                </a:ext>
              </a:extLst>
            </p:cNvPr>
            <p:cNvSpPr>
              <a:spLocks noChangeAspect="1"/>
            </p:cNvSpPr>
            <p:nvPr/>
          </p:nvSpPr>
          <p:spPr>
            <a:xfrm>
              <a:off x="-36144" y="1209624"/>
              <a:ext cx="96098" cy="72000"/>
            </a:xfrm>
            <a:prstGeom prst="triangle">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grpSp>
          <p:nvGrpSpPr>
            <p:cNvPr id="2" name="그룹 1">
              <a:extLst>
                <a:ext uri="{FF2B5EF4-FFF2-40B4-BE49-F238E27FC236}">
                  <a16:creationId xmlns:a16="http://schemas.microsoft.com/office/drawing/2014/main" id="{DDAD370F-0DCB-4FC4-8E5B-6CA0AC16EAE3}"/>
                </a:ext>
              </a:extLst>
            </p:cNvPr>
            <p:cNvGrpSpPr/>
            <p:nvPr/>
          </p:nvGrpSpPr>
          <p:grpSpPr>
            <a:xfrm>
              <a:off x="2848705" y="1209610"/>
              <a:ext cx="108000" cy="89859"/>
              <a:chOff x="7750537" y="4748541"/>
              <a:chExt cx="108000" cy="89859"/>
            </a:xfrm>
          </p:grpSpPr>
          <p:sp>
            <p:nvSpPr>
              <p:cNvPr id="20" name="이등변 삼각형 19">
                <a:extLst>
                  <a:ext uri="{FF2B5EF4-FFF2-40B4-BE49-F238E27FC236}">
                    <a16:creationId xmlns:a16="http://schemas.microsoft.com/office/drawing/2014/main" id="{E48AA113-DEF9-4E05-9501-59FE0ECECD2C}"/>
                  </a:ext>
                </a:extLst>
              </p:cNvPr>
              <p:cNvSpPr>
                <a:spLocks noChangeAspect="1"/>
              </p:cNvSpPr>
              <p:nvPr/>
            </p:nvSpPr>
            <p:spPr>
              <a:xfrm>
                <a:off x="7756799" y="4748541"/>
                <a:ext cx="96098" cy="72000"/>
              </a:xfrm>
              <a:prstGeom prst="triangle">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cxnSp>
            <p:nvCxnSpPr>
              <p:cNvPr id="21" name="직선 연결선 20">
                <a:extLst>
                  <a:ext uri="{FF2B5EF4-FFF2-40B4-BE49-F238E27FC236}">
                    <a16:creationId xmlns:a16="http://schemas.microsoft.com/office/drawing/2014/main" id="{C7390DD1-CC12-411F-8079-0DDE606B7E4C}"/>
                  </a:ext>
                </a:extLst>
              </p:cNvPr>
              <p:cNvCxnSpPr>
                <a:cxnSpLocks/>
              </p:cNvCxnSpPr>
              <p:nvPr/>
            </p:nvCxnSpPr>
            <p:spPr>
              <a:xfrm>
                <a:off x="7750537" y="4838400"/>
                <a:ext cx="108000" cy="0"/>
              </a:xfrm>
              <a:prstGeom prst="line">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cxnSp>
        </p:grpSp>
        <p:cxnSp>
          <p:nvCxnSpPr>
            <p:cNvPr id="22" name="직선 화살표 연결선 21">
              <a:extLst>
                <a:ext uri="{FF2B5EF4-FFF2-40B4-BE49-F238E27FC236}">
                  <a16:creationId xmlns:a16="http://schemas.microsoft.com/office/drawing/2014/main" id="{EAC1846D-5556-4811-84A9-49F69DC98CC4}"/>
                </a:ext>
              </a:extLst>
            </p:cNvPr>
            <p:cNvCxnSpPr>
              <a:cxnSpLocks/>
            </p:cNvCxnSpPr>
            <p:nvPr/>
          </p:nvCxnSpPr>
          <p:spPr>
            <a:xfrm flipV="1">
              <a:off x="14286"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sp>
          <p:nvSpPr>
            <p:cNvPr id="23" name="직사각형 22">
              <a:extLst>
                <a:ext uri="{FF2B5EF4-FFF2-40B4-BE49-F238E27FC236}">
                  <a16:creationId xmlns:a16="http://schemas.microsoft.com/office/drawing/2014/main" id="{7EDC7E82-E04F-4F2A-8B21-8A5167A1E0BB}"/>
                </a:ext>
              </a:extLst>
            </p:cNvPr>
            <p:cNvSpPr/>
            <p:nvPr/>
          </p:nvSpPr>
          <p:spPr>
            <a:xfrm>
              <a:off x="11905" y="1154100"/>
              <a:ext cx="2890800" cy="54000"/>
            </a:xfrm>
            <a:prstGeom prst="rect">
              <a:avLst/>
            </a:prstGeom>
            <a:solidFill>
              <a:schemeClr val="tx1">
                <a:lumMod val="50000"/>
                <a:lumOff val="50000"/>
              </a:schemeClr>
            </a:solidFill>
            <a:ln w="63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dirty="0"/>
            </a:p>
          </p:txBody>
        </p:sp>
        <p:cxnSp>
          <p:nvCxnSpPr>
            <p:cNvPr id="25" name="직선 화살표 연결선 24">
              <a:extLst>
                <a:ext uri="{FF2B5EF4-FFF2-40B4-BE49-F238E27FC236}">
                  <a16:creationId xmlns:a16="http://schemas.microsoft.com/office/drawing/2014/main" id="{D79B4945-BB10-4FFF-A92A-7D7BF848DAD1}"/>
                </a:ext>
              </a:extLst>
            </p:cNvPr>
            <p:cNvCxnSpPr>
              <a:cxnSpLocks/>
            </p:cNvCxnSpPr>
            <p:nvPr/>
          </p:nvCxnSpPr>
          <p:spPr>
            <a:xfrm flipV="1">
              <a:off x="2903497"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26" name="직선 화살표 연결선 25">
              <a:extLst>
                <a:ext uri="{FF2B5EF4-FFF2-40B4-BE49-F238E27FC236}">
                  <a16:creationId xmlns:a16="http://schemas.microsoft.com/office/drawing/2014/main" id="{748D9DFD-10F6-43C8-863C-343AE8203B57}"/>
                </a:ext>
              </a:extLst>
            </p:cNvPr>
            <p:cNvCxnSpPr>
              <a:cxnSpLocks/>
            </p:cNvCxnSpPr>
            <p:nvPr/>
          </p:nvCxnSpPr>
          <p:spPr>
            <a:xfrm flipV="1">
              <a:off x="161885"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27" name="직선 화살표 연결선 26">
              <a:extLst>
                <a:ext uri="{FF2B5EF4-FFF2-40B4-BE49-F238E27FC236}">
                  <a16:creationId xmlns:a16="http://schemas.microsoft.com/office/drawing/2014/main" id="{5539A52E-2469-4711-82BF-D52FC5916A9A}"/>
                </a:ext>
              </a:extLst>
            </p:cNvPr>
            <p:cNvCxnSpPr>
              <a:cxnSpLocks/>
            </p:cNvCxnSpPr>
            <p:nvPr/>
          </p:nvCxnSpPr>
          <p:spPr>
            <a:xfrm flipV="1">
              <a:off x="324000"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28" name="직선 화살표 연결선 27">
              <a:extLst>
                <a:ext uri="{FF2B5EF4-FFF2-40B4-BE49-F238E27FC236}">
                  <a16:creationId xmlns:a16="http://schemas.microsoft.com/office/drawing/2014/main" id="{67B237BD-FD56-4EF0-8DB4-ED0F01D95CF6}"/>
                </a:ext>
              </a:extLst>
            </p:cNvPr>
            <p:cNvCxnSpPr>
              <a:cxnSpLocks/>
            </p:cNvCxnSpPr>
            <p:nvPr/>
          </p:nvCxnSpPr>
          <p:spPr>
            <a:xfrm flipV="1">
              <a:off x="476400"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29" name="직선 화살표 연결선 28">
              <a:extLst>
                <a:ext uri="{FF2B5EF4-FFF2-40B4-BE49-F238E27FC236}">
                  <a16:creationId xmlns:a16="http://schemas.microsoft.com/office/drawing/2014/main" id="{D44325CA-3789-4179-A025-CFDA4273B8A0}"/>
                </a:ext>
              </a:extLst>
            </p:cNvPr>
            <p:cNvCxnSpPr>
              <a:cxnSpLocks/>
            </p:cNvCxnSpPr>
            <p:nvPr/>
          </p:nvCxnSpPr>
          <p:spPr>
            <a:xfrm flipV="1">
              <a:off x="628800"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30" name="직선 화살표 연결선 29">
              <a:extLst>
                <a:ext uri="{FF2B5EF4-FFF2-40B4-BE49-F238E27FC236}">
                  <a16:creationId xmlns:a16="http://schemas.microsoft.com/office/drawing/2014/main" id="{130BDCE3-42F9-40EA-9A4F-227F881C63CE}"/>
                </a:ext>
              </a:extLst>
            </p:cNvPr>
            <p:cNvCxnSpPr>
              <a:cxnSpLocks/>
            </p:cNvCxnSpPr>
            <p:nvPr/>
          </p:nvCxnSpPr>
          <p:spPr>
            <a:xfrm flipV="1">
              <a:off x="781200"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31" name="직선 화살표 연결선 30">
              <a:extLst>
                <a:ext uri="{FF2B5EF4-FFF2-40B4-BE49-F238E27FC236}">
                  <a16:creationId xmlns:a16="http://schemas.microsoft.com/office/drawing/2014/main" id="{395945E6-4EAB-4E15-9CB3-D1021772672D}"/>
                </a:ext>
              </a:extLst>
            </p:cNvPr>
            <p:cNvCxnSpPr>
              <a:cxnSpLocks/>
            </p:cNvCxnSpPr>
            <p:nvPr/>
          </p:nvCxnSpPr>
          <p:spPr>
            <a:xfrm flipV="1">
              <a:off x="933600"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32" name="직선 화살표 연결선 31">
              <a:extLst>
                <a:ext uri="{FF2B5EF4-FFF2-40B4-BE49-F238E27FC236}">
                  <a16:creationId xmlns:a16="http://schemas.microsoft.com/office/drawing/2014/main" id="{EDED55A8-B6E3-4FF3-B8CF-BF4C03F9498D}"/>
                </a:ext>
              </a:extLst>
            </p:cNvPr>
            <p:cNvCxnSpPr>
              <a:cxnSpLocks/>
            </p:cNvCxnSpPr>
            <p:nvPr/>
          </p:nvCxnSpPr>
          <p:spPr>
            <a:xfrm flipV="1">
              <a:off x="1086000"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33" name="직선 화살표 연결선 32">
              <a:extLst>
                <a:ext uri="{FF2B5EF4-FFF2-40B4-BE49-F238E27FC236}">
                  <a16:creationId xmlns:a16="http://schemas.microsoft.com/office/drawing/2014/main" id="{F41569C7-6C9D-4248-818C-47C5133C3A62}"/>
                </a:ext>
              </a:extLst>
            </p:cNvPr>
            <p:cNvCxnSpPr>
              <a:cxnSpLocks/>
            </p:cNvCxnSpPr>
            <p:nvPr/>
          </p:nvCxnSpPr>
          <p:spPr>
            <a:xfrm flipV="1">
              <a:off x="1238400"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34" name="직선 화살표 연결선 33">
              <a:extLst>
                <a:ext uri="{FF2B5EF4-FFF2-40B4-BE49-F238E27FC236}">
                  <a16:creationId xmlns:a16="http://schemas.microsoft.com/office/drawing/2014/main" id="{27029B7E-F5B0-40F6-BE8B-E532DDE90238}"/>
                </a:ext>
              </a:extLst>
            </p:cNvPr>
            <p:cNvCxnSpPr>
              <a:cxnSpLocks/>
            </p:cNvCxnSpPr>
            <p:nvPr/>
          </p:nvCxnSpPr>
          <p:spPr>
            <a:xfrm flipV="1">
              <a:off x="1390800"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35" name="직선 화살표 연결선 34">
              <a:extLst>
                <a:ext uri="{FF2B5EF4-FFF2-40B4-BE49-F238E27FC236}">
                  <a16:creationId xmlns:a16="http://schemas.microsoft.com/office/drawing/2014/main" id="{ED30254D-2E4C-4BCC-B2D4-45E33D2589A8}"/>
                </a:ext>
              </a:extLst>
            </p:cNvPr>
            <p:cNvCxnSpPr>
              <a:cxnSpLocks/>
            </p:cNvCxnSpPr>
            <p:nvPr/>
          </p:nvCxnSpPr>
          <p:spPr>
            <a:xfrm flipV="1">
              <a:off x="1543200"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36" name="직선 화살표 연결선 35">
              <a:extLst>
                <a:ext uri="{FF2B5EF4-FFF2-40B4-BE49-F238E27FC236}">
                  <a16:creationId xmlns:a16="http://schemas.microsoft.com/office/drawing/2014/main" id="{CE7E5178-1434-44AD-9D11-6DA6B8A9F635}"/>
                </a:ext>
              </a:extLst>
            </p:cNvPr>
            <p:cNvCxnSpPr>
              <a:cxnSpLocks/>
            </p:cNvCxnSpPr>
            <p:nvPr/>
          </p:nvCxnSpPr>
          <p:spPr>
            <a:xfrm flipV="1">
              <a:off x="1695600"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37" name="직선 화살표 연결선 36">
              <a:extLst>
                <a:ext uri="{FF2B5EF4-FFF2-40B4-BE49-F238E27FC236}">
                  <a16:creationId xmlns:a16="http://schemas.microsoft.com/office/drawing/2014/main" id="{0DF6C9C1-808C-4E55-BBBB-180260B5746F}"/>
                </a:ext>
              </a:extLst>
            </p:cNvPr>
            <p:cNvCxnSpPr>
              <a:cxnSpLocks/>
            </p:cNvCxnSpPr>
            <p:nvPr/>
          </p:nvCxnSpPr>
          <p:spPr>
            <a:xfrm flipV="1">
              <a:off x="1848000"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38" name="직선 화살표 연결선 37">
              <a:extLst>
                <a:ext uri="{FF2B5EF4-FFF2-40B4-BE49-F238E27FC236}">
                  <a16:creationId xmlns:a16="http://schemas.microsoft.com/office/drawing/2014/main" id="{48A223CF-2F32-4F4C-8A5F-906860F19A22}"/>
                </a:ext>
              </a:extLst>
            </p:cNvPr>
            <p:cNvCxnSpPr>
              <a:cxnSpLocks/>
            </p:cNvCxnSpPr>
            <p:nvPr/>
          </p:nvCxnSpPr>
          <p:spPr>
            <a:xfrm flipV="1">
              <a:off x="2000400"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39" name="직선 화살표 연결선 38">
              <a:extLst>
                <a:ext uri="{FF2B5EF4-FFF2-40B4-BE49-F238E27FC236}">
                  <a16:creationId xmlns:a16="http://schemas.microsoft.com/office/drawing/2014/main" id="{C55450FD-C5AA-4D36-A602-44F6C1E121FF}"/>
                </a:ext>
              </a:extLst>
            </p:cNvPr>
            <p:cNvCxnSpPr>
              <a:cxnSpLocks/>
            </p:cNvCxnSpPr>
            <p:nvPr/>
          </p:nvCxnSpPr>
          <p:spPr>
            <a:xfrm flipV="1">
              <a:off x="2152800"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40" name="직선 화살표 연결선 39">
              <a:extLst>
                <a:ext uri="{FF2B5EF4-FFF2-40B4-BE49-F238E27FC236}">
                  <a16:creationId xmlns:a16="http://schemas.microsoft.com/office/drawing/2014/main" id="{E93CF98E-F611-48D3-AB36-DEEB94AB6641}"/>
                </a:ext>
              </a:extLst>
            </p:cNvPr>
            <p:cNvCxnSpPr>
              <a:cxnSpLocks/>
            </p:cNvCxnSpPr>
            <p:nvPr/>
          </p:nvCxnSpPr>
          <p:spPr>
            <a:xfrm flipV="1">
              <a:off x="2305200"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41" name="직선 화살표 연결선 40">
              <a:extLst>
                <a:ext uri="{FF2B5EF4-FFF2-40B4-BE49-F238E27FC236}">
                  <a16:creationId xmlns:a16="http://schemas.microsoft.com/office/drawing/2014/main" id="{62BBD686-2480-4007-A169-F27A505B135F}"/>
                </a:ext>
              </a:extLst>
            </p:cNvPr>
            <p:cNvCxnSpPr>
              <a:cxnSpLocks/>
            </p:cNvCxnSpPr>
            <p:nvPr/>
          </p:nvCxnSpPr>
          <p:spPr>
            <a:xfrm flipV="1">
              <a:off x="2457600"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42" name="직선 화살표 연결선 41">
              <a:extLst>
                <a:ext uri="{FF2B5EF4-FFF2-40B4-BE49-F238E27FC236}">
                  <a16:creationId xmlns:a16="http://schemas.microsoft.com/office/drawing/2014/main" id="{3BFF32E4-2385-4F13-9A29-D6C0921711BE}"/>
                </a:ext>
              </a:extLst>
            </p:cNvPr>
            <p:cNvCxnSpPr>
              <a:cxnSpLocks/>
            </p:cNvCxnSpPr>
            <p:nvPr/>
          </p:nvCxnSpPr>
          <p:spPr>
            <a:xfrm flipV="1">
              <a:off x="2610000"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43" name="직선 화살표 연결선 42">
              <a:extLst>
                <a:ext uri="{FF2B5EF4-FFF2-40B4-BE49-F238E27FC236}">
                  <a16:creationId xmlns:a16="http://schemas.microsoft.com/office/drawing/2014/main" id="{FDF1D8CE-7202-491D-9C76-8515D1BD9BF8}"/>
                </a:ext>
              </a:extLst>
            </p:cNvPr>
            <p:cNvCxnSpPr>
              <a:cxnSpLocks/>
            </p:cNvCxnSpPr>
            <p:nvPr/>
          </p:nvCxnSpPr>
          <p:spPr>
            <a:xfrm flipV="1">
              <a:off x="2762400" y="974100"/>
              <a:ext cx="0" cy="180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44" name="직선 화살표 연결선 43">
              <a:extLst>
                <a:ext uri="{FF2B5EF4-FFF2-40B4-BE49-F238E27FC236}">
                  <a16:creationId xmlns:a16="http://schemas.microsoft.com/office/drawing/2014/main" id="{229A23E9-D081-447D-BDE1-9F5A94BE304A}"/>
                </a:ext>
              </a:extLst>
            </p:cNvPr>
            <p:cNvCxnSpPr>
              <a:cxnSpLocks/>
            </p:cNvCxnSpPr>
            <p:nvPr/>
          </p:nvCxnSpPr>
          <p:spPr>
            <a:xfrm flipH="1" flipV="1">
              <a:off x="11905" y="976038"/>
              <a:ext cx="2890800" cy="7609"/>
            </a:xfrm>
            <a:prstGeom prst="straightConnector1">
              <a:avLst/>
            </a:prstGeom>
            <a:ln w="9525">
              <a:solidFill>
                <a:schemeClr val="tx1"/>
              </a:solidFill>
              <a:headEnd type="none" w="sm" len="sm"/>
              <a:tailEnd type="none" w="sm" len="sm"/>
            </a:ln>
          </p:spPr>
          <p:style>
            <a:lnRef idx="1">
              <a:schemeClr val="dk1"/>
            </a:lnRef>
            <a:fillRef idx="0">
              <a:schemeClr val="dk1"/>
            </a:fillRef>
            <a:effectRef idx="0">
              <a:schemeClr val="dk1"/>
            </a:effectRef>
            <a:fontRef idx="minor">
              <a:schemeClr val="tx1"/>
            </a:fontRef>
          </p:style>
        </p:cxnSp>
        <p:sp>
          <p:nvSpPr>
            <p:cNvPr id="45" name="직사각형 44">
              <a:extLst>
                <a:ext uri="{FF2B5EF4-FFF2-40B4-BE49-F238E27FC236}">
                  <a16:creationId xmlns:a16="http://schemas.microsoft.com/office/drawing/2014/main" id="{E6FFA743-3EE3-4D15-A9EE-7F6567622DAE}"/>
                </a:ext>
              </a:extLst>
            </p:cNvPr>
            <p:cNvSpPr/>
            <p:nvPr/>
          </p:nvSpPr>
          <p:spPr>
            <a:xfrm>
              <a:off x="628800" y="720531"/>
              <a:ext cx="1676394"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tLang="ko-KR" sz="1600" i="1" dirty="0">
                  <a:solidFill>
                    <a:schemeClr val="tx1"/>
                  </a:solidFill>
                  <a:effectLst/>
                  <a:latin typeface="Times New Roman" panose="02020603050405020304" pitchFamily="18" charset="0"/>
                  <a:ea typeface="바탕" panose="02030600000101010101" pitchFamily="18" charset="-127"/>
                </a:rPr>
                <a:t>q</a:t>
              </a:r>
              <a:r>
                <a:rPr lang="en-GB" altLang="ko-KR" sz="1600" dirty="0">
                  <a:solidFill>
                    <a:schemeClr val="tx1"/>
                  </a:solidFill>
                  <a:effectLst/>
                  <a:latin typeface="Times New Roman" panose="02020603050405020304" pitchFamily="18" charset="0"/>
                  <a:ea typeface="바탕" panose="02030600000101010101" pitchFamily="18" charset="-127"/>
                </a:rPr>
                <a:t> = </a:t>
              </a:r>
              <a:r>
                <a:rPr lang="en-GB" altLang="ko-KR" sz="1600" dirty="0">
                  <a:solidFill>
                    <a:schemeClr val="tx1"/>
                  </a:solidFill>
                  <a:effectLst/>
                  <a:latin typeface="Times New Roman" panose="02020603050405020304" pitchFamily="18" charset="0"/>
                  <a:ea typeface="맑은 고딕" panose="020B0503020000020004" pitchFamily="50" charset="-127"/>
                </a:rPr>
                <a:t>1.0</a:t>
              </a:r>
              <a:r>
                <a:rPr lang="en-US" altLang="ko-KR" sz="1600" dirty="0">
                  <a:solidFill>
                    <a:schemeClr val="tx1"/>
                  </a:solidFill>
                  <a:effectLst/>
                  <a:latin typeface="Times New Roman" panose="02020603050405020304" pitchFamily="18" charset="0"/>
                  <a:ea typeface="맑은 고딕" panose="020B0503020000020004" pitchFamily="50" charset="-127"/>
                </a:rPr>
                <a:t>×10</a:t>
              </a:r>
              <a:r>
                <a:rPr lang="en-US" altLang="ko-KR" sz="1600" baseline="30000" dirty="0">
                  <a:solidFill>
                    <a:schemeClr val="tx1"/>
                  </a:solidFill>
                  <a:effectLst/>
                  <a:latin typeface="Times New Roman" panose="02020603050405020304" pitchFamily="18" charset="0"/>
                  <a:ea typeface="맑은 고딕" panose="020B0503020000020004" pitchFamily="50" charset="-127"/>
                </a:rPr>
                <a:t>5</a:t>
              </a:r>
              <a:r>
                <a:rPr lang="en-GB" altLang="ko-KR" sz="1600" dirty="0">
                  <a:solidFill>
                    <a:schemeClr val="tx1"/>
                  </a:solidFill>
                  <a:effectLst/>
                  <a:latin typeface="Times New Roman" panose="02020603050405020304" pitchFamily="18" charset="0"/>
                  <a:ea typeface="바탕" panose="02030600000101010101" pitchFamily="18" charset="-127"/>
                </a:rPr>
                <a:t> N/m </a:t>
              </a:r>
              <a:endParaRPr lang="ko-KR" altLang="en-US" sz="1050" dirty="0">
                <a:solidFill>
                  <a:schemeClr val="tx1"/>
                </a:solidFill>
              </a:endParaRPr>
            </a:p>
          </p:txBody>
        </p:sp>
        <p:cxnSp>
          <p:nvCxnSpPr>
            <p:cNvPr id="46" name="직선 화살표 연결선 45">
              <a:extLst>
                <a:ext uri="{FF2B5EF4-FFF2-40B4-BE49-F238E27FC236}">
                  <a16:creationId xmlns:a16="http://schemas.microsoft.com/office/drawing/2014/main" id="{09163C25-2098-4B73-AED0-DEA3DC50F666}"/>
                </a:ext>
              </a:extLst>
            </p:cNvPr>
            <p:cNvCxnSpPr>
              <a:cxnSpLocks/>
            </p:cNvCxnSpPr>
            <p:nvPr/>
          </p:nvCxnSpPr>
          <p:spPr>
            <a:xfrm flipV="1">
              <a:off x="3005749" y="495300"/>
              <a:ext cx="0" cy="712800"/>
            </a:xfrm>
            <a:prstGeom prst="straightConnector1">
              <a:avLst/>
            </a:prstGeom>
            <a:ln>
              <a:solidFill>
                <a:schemeClr val="tx1"/>
              </a:solidFill>
              <a:headEnd type="triangle" w="sm" len="med"/>
              <a:tailEnd type="triangle" w="sm" len="med"/>
            </a:ln>
          </p:spPr>
          <p:style>
            <a:lnRef idx="1">
              <a:schemeClr val="dk1"/>
            </a:lnRef>
            <a:fillRef idx="0">
              <a:schemeClr val="dk1"/>
            </a:fillRef>
            <a:effectRef idx="0">
              <a:schemeClr val="dk1"/>
            </a:effectRef>
            <a:fontRef idx="minor">
              <a:schemeClr val="tx1"/>
            </a:fontRef>
          </p:style>
        </p:cxnSp>
        <p:sp>
          <p:nvSpPr>
            <p:cNvPr id="47" name="직사각형 46">
              <a:extLst>
                <a:ext uri="{FF2B5EF4-FFF2-40B4-BE49-F238E27FC236}">
                  <a16:creationId xmlns:a16="http://schemas.microsoft.com/office/drawing/2014/main" id="{46FC1DED-E5F0-42F5-822D-B96DEE567820}"/>
                </a:ext>
              </a:extLst>
            </p:cNvPr>
            <p:cNvSpPr/>
            <p:nvPr/>
          </p:nvSpPr>
          <p:spPr>
            <a:xfrm>
              <a:off x="2556605" y="715990"/>
              <a:ext cx="1013457"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ko-KR" sz="1600" dirty="0">
                  <a:solidFill>
                    <a:schemeClr val="tx1"/>
                  </a:solidFill>
                  <a:latin typeface="Times New Roman" panose="02020603050405020304" pitchFamily="18" charset="0"/>
                  <a:cs typeface="Times New Roman" panose="02020603050405020304" pitchFamily="18" charset="0"/>
                </a:rPr>
                <a:t>40 m</a:t>
              </a:r>
              <a:endParaRPr lang="ko-KR" altLang="en-US" sz="1600" dirty="0">
                <a:solidFill>
                  <a:schemeClr val="tx1"/>
                </a:solidFill>
                <a:latin typeface="Times New Roman" panose="02020603050405020304" pitchFamily="18" charset="0"/>
                <a:cs typeface="Times New Roman" panose="02020603050405020304" pitchFamily="18" charset="0"/>
              </a:endParaRPr>
            </a:p>
          </p:txBody>
        </p:sp>
      </p:grpSp>
      <p:pic>
        <p:nvPicPr>
          <p:cNvPr id="3" name="그림 2">
            <a:extLst>
              <a:ext uri="{FF2B5EF4-FFF2-40B4-BE49-F238E27FC236}">
                <a16:creationId xmlns:a16="http://schemas.microsoft.com/office/drawing/2014/main" id="{CB06E37F-0072-215B-1983-5DF577D6170C}"/>
              </a:ext>
            </a:extLst>
          </p:cNvPr>
          <p:cNvPicPr>
            <a:picLocks noChangeAspect="1"/>
          </p:cNvPicPr>
          <p:nvPr/>
        </p:nvPicPr>
        <p:blipFill>
          <a:blip r:embed="rId4"/>
          <a:srcRect l="50958" t="7416" b="57029"/>
          <a:stretch/>
        </p:blipFill>
        <p:spPr>
          <a:xfrm>
            <a:off x="6168437" y="1956643"/>
            <a:ext cx="3708988" cy="1229335"/>
          </a:xfrm>
          <a:prstGeom prst="rect">
            <a:avLst/>
          </a:prstGeom>
        </p:spPr>
      </p:pic>
    </p:spTree>
    <p:extLst>
      <p:ext uri="{BB962C8B-B14F-4D97-AF65-F5344CB8AC3E}">
        <p14:creationId xmlns:p14="http://schemas.microsoft.com/office/powerpoint/2010/main" val="5638525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6B9B3486-AF77-EA11-3D31-9B4CED56840C}"/>
              </a:ext>
            </a:extLst>
          </p:cNvPr>
          <p:cNvPicPr>
            <a:picLocks noChangeAspect="1"/>
          </p:cNvPicPr>
          <p:nvPr/>
        </p:nvPicPr>
        <p:blipFill>
          <a:blip r:embed="rId2"/>
          <a:srcRect l="11158" t="10072" r="4850" b="25853"/>
          <a:stretch/>
        </p:blipFill>
        <p:spPr>
          <a:xfrm>
            <a:off x="6434930" y="1690001"/>
            <a:ext cx="2114562" cy="1209878"/>
          </a:xfrm>
          <a:prstGeom prst="rect">
            <a:avLst/>
          </a:prstGeom>
        </p:spPr>
      </p:pic>
      <p:grpSp>
        <p:nvGrpSpPr>
          <p:cNvPr id="33" name="그룹 32">
            <a:extLst>
              <a:ext uri="{FF2B5EF4-FFF2-40B4-BE49-F238E27FC236}">
                <a16:creationId xmlns:a16="http://schemas.microsoft.com/office/drawing/2014/main" id="{3FAB1F66-D5C9-47FB-8350-9D1B48BC8847}"/>
              </a:ext>
            </a:extLst>
          </p:cNvPr>
          <p:cNvGrpSpPr/>
          <p:nvPr/>
        </p:nvGrpSpPr>
        <p:grpSpPr>
          <a:xfrm>
            <a:off x="3331765" y="1361210"/>
            <a:ext cx="5837999" cy="3652984"/>
            <a:chOff x="3331765" y="1361210"/>
            <a:chExt cx="5837999" cy="3652984"/>
          </a:xfrm>
        </p:grpSpPr>
        <p:sp>
          <p:nvSpPr>
            <p:cNvPr id="100" name="직사각형 99">
              <a:extLst>
                <a:ext uri="{FF2B5EF4-FFF2-40B4-BE49-F238E27FC236}">
                  <a16:creationId xmlns:a16="http://schemas.microsoft.com/office/drawing/2014/main" id="{46FB593E-DB7C-45EE-A624-3E03767B0674}"/>
                </a:ext>
              </a:extLst>
            </p:cNvPr>
            <p:cNvSpPr/>
            <p:nvPr/>
          </p:nvSpPr>
          <p:spPr>
            <a:xfrm rot="5400000">
              <a:off x="2747805" y="2217511"/>
              <a:ext cx="1332000" cy="129380"/>
            </a:xfrm>
            <a:prstGeom prst="rect">
              <a:avLst/>
            </a:prstGeom>
            <a:pattFill prst="wdUpDiag">
              <a:fgClr>
                <a:schemeClr val="tx1"/>
              </a:fgClr>
              <a:bgClr>
                <a:schemeClr val="bg1"/>
              </a:bgClr>
            </a:patt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pic>
          <p:nvPicPr>
            <p:cNvPr id="82" name="그림 81">
              <a:extLst>
                <a:ext uri="{FF2B5EF4-FFF2-40B4-BE49-F238E27FC236}">
                  <a16:creationId xmlns:a16="http://schemas.microsoft.com/office/drawing/2014/main" id="{DE8F433F-61BF-4D52-B9B3-6B58AC3F688C}"/>
                </a:ext>
              </a:extLst>
            </p:cNvPr>
            <p:cNvPicPr>
              <a:picLocks noChangeAspect="1"/>
            </p:cNvPicPr>
            <p:nvPr/>
          </p:nvPicPr>
          <p:blipFill>
            <a:blip r:embed="rId3"/>
            <a:srcRect t="4620" r="54463" b="56835"/>
            <a:stretch/>
          </p:blipFill>
          <p:spPr>
            <a:xfrm>
              <a:off x="3331765" y="3216947"/>
              <a:ext cx="2836672" cy="1666824"/>
            </a:xfrm>
            <a:prstGeom prst="rect">
              <a:avLst/>
            </a:prstGeom>
          </p:spPr>
        </p:pic>
        <p:sp>
          <p:nvSpPr>
            <p:cNvPr id="99" name="직사각형 98">
              <a:extLst>
                <a:ext uri="{FF2B5EF4-FFF2-40B4-BE49-F238E27FC236}">
                  <a16:creationId xmlns:a16="http://schemas.microsoft.com/office/drawing/2014/main" id="{52ADD79C-7732-4F02-BB28-D0C701A40E59}"/>
                </a:ext>
              </a:extLst>
            </p:cNvPr>
            <p:cNvSpPr>
              <a:spLocks noChangeAspect="1"/>
            </p:cNvSpPr>
            <p:nvPr/>
          </p:nvSpPr>
          <p:spPr>
            <a:xfrm>
              <a:off x="3478495" y="1691474"/>
              <a:ext cx="1976400" cy="1184400"/>
            </a:xfrm>
            <a:prstGeom prst="rect">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Times New Roman" panose="02020603050405020304" pitchFamily="18" charset="0"/>
                  <a:cs typeface="Times New Roman" panose="02020603050405020304" pitchFamily="18" charset="0"/>
                </a:rPr>
                <a:t>Cantilever</a:t>
              </a:r>
              <a:endParaRPr lang="ko-KR" altLang="en-US" sz="1600" dirty="0">
                <a:solidFill>
                  <a:schemeClr val="tx1"/>
                </a:solidFill>
                <a:latin typeface="Times New Roman" panose="02020603050405020304" pitchFamily="18" charset="0"/>
                <a:cs typeface="Times New Roman" panose="02020603050405020304" pitchFamily="18" charset="0"/>
              </a:endParaRPr>
            </a:p>
          </p:txBody>
        </p:sp>
        <p:cxnSp>
          <p:nvCxnSpPr>
            <p:cNvPr id="23" name="직선 연결선 22">
              <a:extLst>
                <a:ext uri="{FF2B5EF4-FFF2-40B4-BE49-F238E27FC236}">
                  <a16:creationId xmlns:a16="http://schemas.microsoft.com/office/drawing/2014/main" id="{F3193C9C-FFA7-45C2-AB2F-54A7A21454AC}"/>
                </a:ext>
              </a:extLst>
            </p:cNvPr>
            <p:cNvCxnSpPr>
              <a:cxnSpLocks/>
            </p:cNvCxnSpPr>
            <p:nvPr/>
          </p:nvCxnSpPr>
          <p:spPr>
            <a:xfrm>
              <a:off x="3478495" y="1616201"/>
              <a:ext cx="0" cy="133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직선 화살표 연결선 102">
              <a:extLst>
                <a:ext uri="{FF2B5EF4-FFF2-40B4-BE49-F238E27FC236}">
                  <a16:creationId xmlns:a16="http://schemas.microsoft.com/office/drawing/2014/main" id="{4E2B5A51-140C-458B-8C29-A13747307EEA}"/>
                </a:ext>
              </a:extLst>
            </p:cNvPr>
            <p:cNvCxnSpPr>
              <a:cxnSpLocks/>
            </p:cNvCxnSpPr>
            <p:nvPr/>
          </p:nvCxnSpPr>
          <p:spPr>
            <a:xfrm flipV="1">
              <a:off x="5454895" y="2874401"/>
              <a:ext cx="0" cy="252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cxnSp>
          <p:nvCxnSpPr>
            <p:cNvPr id="105" name="직선 화살표 연결선 104">
              <a:extLst>
                <a:ext uri="{FF2B5EF4-FFF2-40B4-BE49-F238E27FC236}">
                  <a16:creationId xmlns:a16="http://schemas.microsoft.com/office/drawing/2014/main" id="{14AFB856-3AD8-4596-A230-66BBDD50AA56}"/>
                </a:ext>
              </a:extLst>
            </p:cNvPr>
            <p:cNvCxnSpPr>
              <a:cxnSpLocks/>
            </p:cNvCxnSpPr>
            <p:nvPr/>
          </p:nvCxnSpPr>
          <p:spPr>
            <a:xfrm flipH="1">
              <a:off x="3478496" y="1609536"/>
              <a:ext cx="1976395" cy="0"/>
            </a:xfrm>
            <a:prstGeom prst="straightConnector1">
              <a:avLst/>
            </a:prstGeom>
            <a:ln>
              <a:solidFill>
                <a:schemeClr val="tx1"/>
              </a:solidFill>
              <a:headEnd type="triangle" w="sm" len="med"/>
              <a:tailEnd type="triangle" w="sm" len="med"/>
            </a:ln>
          </p:spPr>
          <p:style>
            <a:lnRef idx="1">
              <a:schemeClr val="dk1"/>
            </a:lnRef>
            <a:fillRef idx="0">
              <a:schemeClr val="dk1"/>
            </a:fillRef>
            <a:effectRef idx="0">
              <a:schemeClr val="dk1"/>
            </a:effectRef>
            <a:fontRef idx="minor">
              <a:schemeClr val="tx1"/>
            </a:fontRef>
          </p:style>
        </p:cxnSp>
        <p:cxnSp>
          <p:nvCxnSpPr>
            <p:cNvPr id="106" name="직선 화살표 연결선 105">
              <a:extLst>
                <a:ext uri="{FF2B5EF4-FFF2-40B4-BE49-F238E27FC236}">
                  <a16:creationId xmlns:a16="http://schemas.microsoft.com/office/drawing/2014/main" id="{7FB84AFD-74AF-4595-B2A1-86517424CF54}"/>
                </a:ext>
              </a:extLst>
            </p:cNvPr>
            <p:cNvCxnSpPr>
              <a:cxnSpLocks/>
            </p:cNvCxnSpPr>
            <p:nvPr/>
          </p:nvCxnSpPr>
          <p:spPr>
            <a:xfrm flipV="1">
              <a:off x="5547019" y="1690495"/>
              <a:ext cx="0" cy="1183906"/>
            </a:xfrm>
            <a:prstGeom prst="straightConnector1">
              <a:avLst/>
            </a:prstGeom>
            <a:ln>
              <a:solidFill>
                <a:schemeClr val="tx1"/>
              </a:solidFill>
              <a:headEnd type="triangle" w="sm" len="med"/>
              <a:tailEnd type="triangle" w="sm" len="med"/>
            </a:ln>
          </p:spPr>
          <p:style>
            <a:lnRef idx="1">
              <a:schemeClr val="dk1"/>
            </a:lnRef>
            <a:fillRef idx="0">
              <a:schemeClr val="dk1"/>
            </a:fillRef>
            <a:effectRef idx="0">
              <a:schemeClr val="dk1"/>
            </a:effectRef>
            <a:fontRef idx="minor">
              <a:schemeClr val="tx1"/>
            </a:fontRef>
          </p:style>
        </p:cxnSp>
        <p:sp>
          <p:nvSpPr>
            <p:cNvPr id="32" name="직사각형 31">
              <a:extLst>
                <a:ext uri="{FF2B5EF4-FFF2-40B4-BE49-F238E27FC236}">
                  <a16:creationId xmlns:a16="http://schemas.microsoft.com/office/drawing/2014/main" id="{04114C06-7E90-4430-A5C6-B643A005B95C}"/>
                </a:ext>
              </a:extLst>
            </p:cNvPr>
            <p:cNvSpPr/>
            <p:nvPr/>
          </p:nvSpPr>
          <p:spPr>
            <a:xfrm>
              <a:off x="5454891" y="2880519"/>
              <a:ext cx="838150"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Times New Roman" panose="02020603050405020304" pitchFamily="18" charset="0"/>
                  <a:cs typeface="Times New Roman" panose="02020603050405020304" pitchFamily="18" charset="0"/>
                </a:rPr>
                <a:t>1,000 N</a:t>
              </a:r>
              <a:endParaRPr lang="ko-KR" altLang="en-US" sz="1600" dirty="0">
                <a:solidFill>
                  <a:schemeClr val="tx1"/>
                </a:solidFill>
                <a:latin typeface="Times New Roman" panose="02020603050405020304" pitchFamily="18" charset="0"/>
                <a:cs typeface="Times New Roman" panose="02020603050405020304" pitchFamily="18" charset="0"/>
              </a:endParaRPr>
            </a:p>
          </p:txBody>
        </p:sp>
        <p:sp>
          <p:nvSpPr>
            <p:cNvPr id="108" name="직사각형 107">
              <a:extLst>
                <a:ext uri="{FF2B5EF4-FFF2-40B4-BE49-F238E27FC236}">
                  <a16:creationId xmlns:a16="http://schemas.microsoft.com/office/drawing/2014/main" id="{E55D933E-EEFE-4AF2-A963-E31B91D7B1CD}"/>
                </a:ext>
              </a:extLst>
            </p:cNvPr>
            <p:cNvSpPr/>
            <p:nvPr/>
          </p:nvSpPr>
          <p:spPr>
            <a:xfrm>
              <a:off x="3939542" y="1361210"/>
              <a:ext cx="1013457"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Times New Roman" panose="02020603050405020304" pitchFamily="18" charset="0"/>
                  <a:cs typeface="Times New Roman" panose="02020603050405020304" pitchFamily="18" charset="0"/>
                </a:rPr>
                <a:t>1,000 mm</a:t>
              </a:r>
              <a:endParaRPr lang="ko-KR" altLang="en-US" sz="1600" dirty="0">
                <a:solidFill>
                  <a:schemeClr val="tx1"/>
                </a:solidFill>
                <a:latin typeface="Times New Roman" panose="02020603050405020304" pitchFamily="18" charset="0"/>
                <a:cs typeface="Times New Roman" panose="02020603050405020304" pitchFamily="18" charset="0"/>
              </a:endParaRPr>
            </a:p>
          </p:txBody>
        </p:sp>
        <p:sp>
          <p:nvSpPr>
            <p:cNvPr id="110" name="직사각형 109">
              <a:extLst>
                <a:ext uri="{FF2B5EF4-FFF2-40B4-BE49-F238E27FC236}">
                  <a16:creationId xmlns:a16="http://schemas.microsoft.com/office/drawing/2014/main" id="{D993077E-AE3C-4899-B19D-52B4F535F739}"/>
                </a:ext>
              </a:extLst>
            </p:cNvPr>
            <p:cNvSpPr/>
            <p:nvPr/>
          </p:nvSpPr>
          <p:spPr>
            <a:xfrm>
              <a:off x="5341306" y="2162319"/>
              <a:ext cx="1013457"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ko-KR" sz="1600" dirty="0">
                  <a:solidFill>
                    <a:schemeClr val="tx1"/>
                  </a:solidFill>
                  <a:latin typeface="Times New Roman" panose="02020603050405020304" pitchFamily="18" charset="0"/>
                  <a:cs typeface="Times New Roman" panose="02020603050405020304" pitchFamily="18" charset="0"/>
                </a:rPr>
                <a:t>600 mm</a:t>
              </a:r>
              <a:endParaRPr lang="ko-KR" altLang="en-US" sz="1600" dirty="0">
                <a:solidFill>
                  <a:schemeClr val="tx1"/>
                </a:solidFill>
                <a:latin typeface="Times New Roman" panose="02020603050405020304" pitchFamily="18" charset="0"/>
                <a:cs typeface="Times New Roman" panose="02020603050405020304" pitchFamily="18" charset="0"/>
              </a:endParaRPr>
            </a:p>
          </p:txBody>
        </p:sp>
        <p:sp>
          <p:nvSpPr>
            <p:cNvPr id="111" name="직사각형 110">
              <a:extLst>
                <a:ext uri="{FF2B5EF4-FFF2-40B4-BE49-F238E27FC236}">
                  <a16:creationId xmlns:a16="http://schemas.microsoft.com/office/drawing/2014/main" id="{4F891631-5F8C-41B4-948E-FD128C4920FE}"/>
                </a:ext>
              </a:extLst>
            </p:cNvPr>
            <p:cNvSpPr/>
            <p:nvPr/>
          </p:nvSpPr>
          <p:spPr>
            <a:xfrm>
              <a:off x="3478495" y="4774431"/>
              <a:ext cx="1976396"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Times New Roman" panose="02020603050405020304" pitchFamily="18" charset="0"/>
                  <a:cs typeface="Times New Roman" panose="02020603050405020304" pitchFamily="18" charset="0"/>
                </a:rPr>
                <a:t>von Mises stress</a:t>
              </a:r>
              <a:endParaRPr lang="ko-KR" altLang="en-US" sz="1600" dirty="0">
                <a:solidFill>
                  <a:schemeClr val="tx1"/>
                </a:solidFill>
                <a:latin typeface="Times New Roman" panose="02020603050405020304" pitchFamily="18" charset="0"/>
                <a:cs typeface="Times New Roman" panose="02020603050405020304" pitchFamily="18" charset="0"/>
              </a:endParaRPr>
            </a:p>
          </p:txBody>
        </p:sp>
        <p:sp>
          <p:nvSpPr>
            <p:cNvPr id="112" name="직사각형 111">
              <a:extLst>
                <a:ext uri="{FF2B5EF4-FFF2-40B4-BE49-F238E27FC236}">
                  <a16:creationId xmlns:a16="http://schemas.microsoft.com/office/drawing/2014/main" id="{446374FD-E6FD-48A0-BB20-1E5A80700972}"/>
                </a:ext>
              </a:extLst>
            </p:cNvPr>
            <p:cNvSpPr/>
            <p:nvPr/>
          </p:nvSpPr>
          <p:spPr>
            <a:xfrm>
              <a:off x="5962650" y="4774431"/>
              <a:ext cx="3207114"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Times New Roman" panose="02020603050405020304" pitchFamily="18" charset="0"/>
                  <a:cs typeface="Times New Roman" panose="02020603050405020304" pitchFamily="18" charset="0"/>
                </a:rPr>
                <a:t>Unfiltered signed material utilization</a:t>
              </a:r>
            </a:p>
          </p:txBody>
        </p:sp>
        <p:sp>
          <p:nvSpPr>
            <p:cNvPr id="113" name="직사각형 112">
              <a:extLst>
                <a:ext uri="{FF2B5EF4-FFF2-40B4-BE49-F238E27FC236}">
                  <a16:creationId xmlns:a16="http://schemas.microsoft.com/office/drawing/2014/main" id="{9176CA5D-3169-4BCB-B115-D4AD2419A5BA}"/>
                </a:ext>
              </a:extLst>
            </p:cNvPr>
            <p:cNvSpPr/>
            <p:nvPr/>
          </p:nvSpPr>
          <p:spPr>
            <a:xfrm>
              <a:off x="3478495" y="3010089"/>
              <a:ext cx="1976396"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Times New Roman" panose="02020603050405020304" pitchFamily="18" charset="0"/>
                  <a:cs typeface="Times New Roman" panose="02020603050405020304" pitchFamily="18" charset="0"/>
                </a:rPr>
                <a:t>Problem definition</a:t>
              </a:r>
              <a:endParaRPr lang="ko-KR" altLang="en-US" sz="1600" dirty="0">
                <a:solidFill>
                  <a:schemeClr val="tx1"/>
                </a:solidFill>
                <a:latin typeface="Times New Roman" panose="02020603050405020304" pitchFamily="18" charset="0"/>
                <a:cs typeface="Times New Roman" panose="02020603050405020304" pitchFamily="18" charset="0"/>
              </a:endParaRPr>
            </a:p>
          </p:txBody>
        </p:sp>
        <p:sp>
          <p:nvSpPr>
            <p:cNvPr id="115" name="직사각형 114">
              <a:extLst>
                <a:ext uri="{FF2B5EF4-FFF2-40B4-BE49-F238E27FC236}">
                  <a16:creationId xmlns:a16="http://schemas.microsoft.com/office/drawing/2014/main" id="{D251523A-65DF-4C7D-98D6-591D55292791}"/>
                </a:ext>
              </a:extLst>
            </p:cNvPr>
            <p:cNvSpPr/>
            <p:nvPr/>
          </p:nvSpPr>
          <p:spPr>
            <a:xfrm>
              <a:off x="6200777" y="3009930"/>
              <a:ext cx="2486021"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Times New Roman" panose="02020603050405020304" pitchFamily="18" charset="0"/>
                  <a:cs typeface="Times New Roman" panose="02020603050405020304" pitchFamily="18" charset="0"/>
                </a:rPr>
                <a:t>Optimized material layout</a:t>
              </a:r>
              <a:endParaRPr lang="ko-KR" altLang="en-US" sz="1600" dirty="0">
                <a:solidFill>
                  <a:schemeClr val="tx1"/>
                </a:solidFill>
                <a:latin typeface="Times New Roman" panose="02020603050405020304" pitchFamily="18" charset="0"/>
                <a:cs typeface="Times New Roman" panose="02020603050405020304" pitchFamily="18" charset="0"/>
              </a:endParaRPr>
            </a:p>
          </p:txBody>
        </p:sp>
        <p:sp>
          <p:nvSpPr>
            <p:cNvPr id="116" name="직사각형 115">
              <a:extLst>
                <a:ext uri="{FF2B5EF4-FFF2-40B4-BE49-F238E27FC236}">
                  <a16:creationId xmlns:a16="http://schemas.microsoft.com/office/drawing/2014/main" id="{2ABE93A4-4BED-4AFD-BF39-77D0C0E51DD9}"/>
                </a:ext>
              </a:extLst>
            </p:cNvPr>
            <p:cNvSpPr>
              <a:spLocks noChangeAspect="1"/>
            </p:cNvSpPr>
            <p:nvPr/>
          </p:nvSpPr>
          <p:spPr>
            <a:xfrm>
              <a:off x="7702467" y="1509533"/>
              <a:ext cx="125178" cy="125169"/>
            </a:xfrm>
            <a:prstGeom prst="rect">
              <a:avLst/>
            </a:prstGeom>
            <a:solidFill>
              <a:srgbClr val="FF0000"/>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7" name="직사각형 116">
              <a:extLst>
                <a:ext uri="{FF2B5EF4-FFF2-40B4-BE49-F238E27FC236}">
                  <a16:creationId xmlns:a16="http://schemas.microsoft.com/office/drawing/2014/main" id="{8B8C5734-055D-4D9A-BDA2-8014CE1C69E4}"/>
                </a:ext>
              </a:extLst>
            </p:cNvPr>
            <p:cNvSpPr>
              <a:spLocks noChangeAspect="1"/>
            </p:cNvSpPr>
            <p:nvPr/>
          </p:nvSpPr>
          <p:spPr>
            <a:xfrm>
              <a:off x="7702467" y="1746913"/>
              <a:ext cx="125178" cy="125169"/>
            </a:xfrm>
            <a:prstGeom prst="rect">
              <a:avLst/>
            </a:prstGeom>
            <a:solidFill>
              <a:srgbClr val="0000F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8" name="직사각형 117">
              <a:extLst>
                <a:ext uri="{FF2B5EF4-FFF2-40B4-BE49-F238E27FC236}">
                  <a16:creationId xmlns:a16="http://schemas.microsoft.com/office/drawing/2014/main" id="{01839C6D-84DE-4D93-A2EC-11AED56C5C30}"/>
                </a:ext>
              </a:extLst>
            </p:cNvPr>
            <p:cNvSpPr/>
            <p:nvPr/>
          </p:nvSpPr>
          <p:spPr>
            <a:xfrm>
              <a:off x="7782634" y="1469344"/>
              <a:ext cx="1258972" cy="1804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dirty="0">
                  <a:solidFill>
                    <a:schemeClr val="tx1"/>
                  </a:solidFill>
                  <a:latin typeface="Times New Roman" panose="02020603050405020304" pitchFamily="18" charset="0"/>
                  <a:cs typeface="Times New Roman" panose="02020603050405020304" pitchFamily="18" charset="0"/>
                </a:rPr>
                <a:t>Compression</a:t>
              </a:r>
              <a:endParaRPr lang="ko-KR" altLang="en-US" sz="1600" dirty="0">
                <a:solidFill>
                  <a:schemeClr val="tx1"/>
                </a:solidFill>
                <a:latin typeface="Times New Roman" panose="02020603050405020304" pitchFamily="18" charset="0"/>
                <a:cs typeface="Times New Roman" panose="02020603050405020304" pitchFamily="18" charset="0"/>
              </a:endParaRPr>
            </a:p>
          </p:txBody>
        </p:sp>
        <p:sp>
          <p:nvSpPr>
            <p:cNvPr id="119" name="직사각형 118">
              <a:extLst>
                <a:ext uri="{FF2B5EF4-FFF2-40B4-BE49-F238E27FC236}">
                  <a16:creationId xmlns:a16="http://schemas.microsoft.com/office/drawing/2014/main" id="{C8586AF5-5E88-4B0F-8967-E33B9AEEEB4B}"/>
                </a:ext>
              </a:extLst>
            </p:cNvPr>
            <p:cNvSpPr/>
            <p:nvPr/>
          </p:nvSpPr>
          <p:spPr>
            <a:xfrm>
              <a:off x="7782634" y="1719263"/>
              <a:ext cx="1258972" cy="1804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dirty="0">
                  <a:solidFill>
                    <a:schemeClr val="tx1"/>
                  </a:solidFill>
                  <a:latin typeface="Times New Roman" panose="02020603050405020304" pitchFamily="18" charset="0"/>
                  <a:cs typeface="Times New Roman" panose="02020603050405020304" pitchFamily="18" charset="0"/>
                </a:rPr>
                <a:t>Tension</a:t>
              </a:r>
              <a:endParaRPr lang="ko-KR" altLang="en-US" sz="1600" dirty="0">
                <a:solidFill>
                  <a:schemeClr val="tx1"/>
                </a:solidFill>
                <a:latin typeface="Times New Roman" panose="02020603050405020304" pitchFamily="18" charset="0"/>
                <a:cs typeface="Times New Roman" panose="02020603050405020304" pitchFamily="18" charset="0"/>
              </a:endParaRPr>
            </a:p>
          </p:txBody>
        </p:sp>
      </p:grpSp>
      <p:pic>
        <p:nvPicPr>
          <p:cNvPr id="5" name="그림 4">
            <a:extLst>
              <a:ext uri="{FF2B5EF4-FFF2-40B4-BE49-F238E27FC236}">
                <a16:creationId xmlns:a16="http://schemas.microsoft.com/office/drawing/2014/main" id="{E89AD2F2-FB54-B093-1C02-22B542EE8FCF}"/>
              </a:ext>
            </a:extLst>
          </p:cNvPr>
          <p:cNvPicPr>
            <a:picLocks noChangeAspect="1"/>
          </p:cNvPicPr>
          <p:nvPr/>
        </p:nvPicPr>
        <p:blipFill>
          <a:blip r:embed="rId4"/>
          <a:srcRect l="51163" b="57139"/>
          <a:stretch/>
        </p:blipFill>
        <p:spPr>
          <a:xfrm>
            <a:off x="6201361" y="3020630"/>
            <a:ext cx="3042238" cy="1853453"/>
          </a:xfrm>
          <a:prstGeom prst="rect">
            <a:avLst/>
          </a:prstGeom>
        </p:spPr>
      </p:pic>
    </p:spTree>
    <p:extLst>
      <p:ext uri="{BB962C8B-B14F-4D97-AF65-F5344CB8AC3E}">
        <p14:creationId xmlns:p14="http://schemas.microsoft.com/office/powerpoint/2010/main" val="5217224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8" name="그룹 137">
            <a:extLst>
              <a:ext uri="{FF2B5EF4-FFF2-40B4-BE49-F238E27FC236}">
                <a16:creationId xmlns:a16="http://schemas.microsoft.com/office/drawing/2014/main" id="{D0C8DBE5-4D38-41A3-A8ED-45291E4A171E}"/>
              </a:ext>
            </a:extLst>
          </p:cNvPr>
          <p:cNvGrpSpPr/>
          <p:nvPr/>
        </p:nvGrpSpPr>
        <p:grpSpPr>
          <a:xfrm>
            <a:off x="3349115" y="1361210"/>
            <a:ext cx="4531467" cy="1765191"/>
            <a:chOff x="3349115" y="1361210"/>
            <a:chExt cx="4531467" cy="1765191"/>
          </a:xfrm>
        </p:grpSpPr>
        <p:cxnSp>
          <p:nvCxnSpPr>
            <p:cNvPr id="103" name="직선 화살표 연결선 102">
              <a:extLst>
                <a:ext uri="{FF2B5EF4-FFF2-40B4-BE49-F238E27FC236}">
                  <a16:creationId xmlns:a16="http://schemas.microsoft.com/office/drawing/2014/main" id="{4E2B5A51-140C-458B-8C29-A13747307EEA}"/>
                </a:ext>
              </a:extLst>
            </p:cNvPr>
            <p:cNvCxnSpPr>
              <a:cxnSpLocks/>
            </p:cNvCxnSpPr>
            <p:nvPr/>
          </p:nvCxnSpPr>
          <p:spPr>
            <a:xfrm flipV="1">
              <a:off x="5454895" y="2874401"/>
              <a:ext cx="0" cy="252000"/>
            </a:xfrm>
            <a:prstGeom prst="straightConnector1">
              <a:avLst/>
            </a:prstGeom>
            <a:ln w="9525">
              <a:headEnd type="arrow"/>
              <a:tailEnd type="none" w="sm" len="sm"/>
            </a:ln>
          </p:spPr>
          <p:style>
            <a:lnRef idx="1">
              <a:schemeClr val="dk1"/>
            </a:lnRef>
            <a:fillRef idx="0">
              <a:schemeClr val="dk1"/>
            </a:fillRef>
            <a:effectRef idx="0">
              <a:schemeClr val="dk1"/>
            </a:effectRef>
            <a:fontRef idx="minor">
              <a:schemeClr val="tx1"/>
            </a:fontRef>
          </p:style>
        </p:cxnSp>
        <p:sp>
          <p:nvSpPr>
            <p:cNvPr id="32" name="직사각형 31">
              <a:extLst>
                <a:ext uri="{FF2B5EF4-FFF2-40B4-BE49-F238E27FC236}">
                  <a16:creationId xmlns:a16="http://schemas.microsoft.com/office/drawing/2014/main" id="{04114C06-7E90-4430-A5C6-B643A005B95C}"/>
                </a:ext>
              </a:extLst>
            </p:cNvPr>
            <p:cNvSpPr/>
            <p:nvPr/>
          </p:nvSpPr>
          <p:spPr>
            <a:xfrm>
              <a:off x="4642091" y="2880519"/>
              <a:ext cx="838150"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Times New Roman" panose="02020603050405020304" pitchFamily="18" charset="0"/>
                  <a:cs typeface="Times New Roman" panose="02020603050405020304" pitchFamily="18" charset="0"/>
                </a:rPr>
                <a:t>1,000 N</a:t>
              </a:r>
              <a:endParaRPr lang="ko-KR" altLang="en-US" sz="1600" dirty="0">
                <a:solidFill>
                  <a:schemeClr val="tx1"/>
                </a:solidFill>
                <a:latin typeface="Times New Roman" panose="02020603050405020304" pitchFamily="18" charset="0"/>
                <a:cs typeface="Times New Roman" panose="02020603050405020304" pitchFamily="18" charset="0"/>
              </a:endParaRPr>
            </a:p>
          </p:txBody>
        </p:sp>
        <p:sp>
          <p:nvSpPr>
            <p:cNvPr id="100" name="직사각형 99">
              <a:extLst>
                <a:ext uri="{FF2B5EF4-FFF2-40B4-BE49-F238E27FC236}">
                  <a16:creationId xmlns:a16="http://schemas.microsoft.com/office/drawing/2014/main" id="{46FB593E-DB7C-45EE-A624-3E03767B0674}"/>
                </a:ext>
              </a:extLst>
            </p:cNvPr>
            <p:cNvSpPr/>
            <p:nvPr/>
          </p:nvSpPr>
          <p:spPr>
            <a:xfrm rot="5400000">
              <a:off x="2747805" y="2217511"/>
              <a:ext cx="1332000" cy="129380"/>
            </a:xfrm>
            <a:prstGeom prst="rect">
              <a:avLst/>
            </a:prstGeom>
            <a:pattFill prst="wdUpDiag">
              <a:fgClr>
                <a:schemeClr val="tx1"/>
              </a:fgClr>
              <a:bgClr>
                <a:schemeClr val="bg1"/>
              </a:bgClr>
            </a:patt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99" name="직사각형 98">
              <a:extLst>
                <a:ext uri="{FF2B5EF4-FFF2-40B4-BE49-F238E27FC236}">
                  <a16:creationId xmlns:a16="http://schemas.microsoft.com/office/drawing/2014/main" id="{52ADD79C-7732-4F02-BB28-D0C701A40E59}"/>
                </a:ext>
              </a:extLst>
            </p:cNvPr>
            <p:cNvSpPr>
              <a:spLocks noChangeAspect="1"/>
            </p:cNvSpPr>
            <p:nvPr/>
          </p:nvSpPr>
          <p:spPr>
            <a:xfrm>
              <a:off x="3478495" y="1691474"/>
              <a:ext cx="1976400" cy="1184400"/>
            </a:xfrm>
            <a:prstGeom prst="rect">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Times New Roman" panose="02020603050405020304" pitchFamily="18" charset="0"/>
                  <a:cs typeface="Times New Roman" panose="02020603050405020304" pitchFamily="18" charset="0"/>
                </a:rPr>
                <a:t>Cantilever</a:t>
              </a:r>
              <a:endParaRPr lang="ko-KR" altLang="en-US" sz="1600" dirty="0">
                <a:solidFill>
                  <a:schemeClr val="tx1"/>
                </a:solidFill>
                <a:latin typeface="Times New Roman" panose="02020603050405020304" pitchFamily="18" charset="0"/>
                <a:cs typeface="Times New Roman" panose="02020603050405020304" pitchFamily="18" charset="0"/>
              </a:endParaRPr>
            </a:p>
          </p:txBody>
        </p:sp>
        <p:cxnSp>
          <p:nvCxnSpPr>
            <p:cNvPr id="23" name="직선 연결선 22">
              <a:extLst>
                <a:ext uri="{FF2B5EF4-FFF2-40B4-BE49-F238E27FC236}">
                  <a16:creationId xmlns:a16="http://schemas.microsoft.com/office/drawing/2014/main" id="{F3193C9C-FFA7-45C2-AB2F-54A7A21454AC}"/>
                </a:ext>
              </a:extLst>
            </p:cNvPr>
            <p:cNvCxnSpPr>
              <a:cxnSpLocks/>
            </p:cNvCxnSpPr>
            <p:nvPr/>
          </p:nvCxnSpPr>
          <p:spPr>
            <a:xfrm>
              <a:off x="3478495" y="1616201"/>
              <a:ext cx="0" cy="133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직선 화살표 연결선 104">
              <a:extLst>
                <a:ext uri="{FF2B5EF4-FFF2-40B4-BE49-F238E27FC236}">
                  <a16:creationId xmlns:a16="http://schemas.microsoft.com/office/drawing/2014/main" id="{14AFB856-3AD8-4596-A230-66BBDD50AA56}"/>
                </a:ext>
              </a:extLst>
            </p:cNvPr>
            <p:cNvCxnSpPr>
              <a:cxnSpLocks/>
            </p:cNvCxnSpPr>
            <p:nvPr/>
          </p:nvCxnSpPr>
          <p:spPr>
            <a:xfrm flipH="1">
              <a:off x="3478496" y="1609536"/>
              <a:ext cx="1976395" cy="0"/>
            </a:xfrm>
            <a:prstGeom prst="straightConnector1">
              <a:avLst/>
            </a:prstGeom>
            <a:ln>
              <a:solidFill>
                <a:schemeClr val="tx1"/>
              </a:solidFill>
              <a:headEnd type="triangle" w="sm" len="med"/>
              <a:tailEnd type="triangle" w="sm" len="med"/>
            </a:ln>
          </p:spPr>
          <p:style>
            <a:lnRef idx="1">
              <a:schemeClr val="dk1"/>
            </a:lnRef>
            <a:fillRef idx="0">
              <a:schemeClr val="dk1"/>
            </a:fillRef>
            <a:effectRef idx="0">
              <a:schemeClr val="dk1"/>
            </a:effectRef>
            <a:fontRef idx="minor">
              <a:schemeClr val="tx1"/>
            </a:fontRef>
          </p:style>
        </p:cxnSp>
        <p:cxnSp>
          <p:nvCxnSpPr>
            <p:cNvPr id="106" name="직선 화살표 연결선 105">
              <a:extLst>
                <a:ext uri="{FF2B5EF4-FFF2-40B4-BE49-F238E27FC236}">
                  <a16:creationId xmlns:a16="http://schemas.microsoft.com/office/drawing/2014/main" id="{7FB84AFD-74AF-4595-B2A1-86517424CF54}"/>
                </a:ext>
              </a:extLst>
            </p:cNvPr>
            <p:cNvCxnSpPr>
              <a:cxnSpLocks/>
            </p:cNvCxnSpPr>
            <p:nvPr/>
          </p:nvCxnSpPr>
          <p:spPr>
            <a:xfrm flipV="1">
              <a:off x="5547019" y="1690495"/>
              <a:ext cx="0" cy="1183906"/>
            </a:xfrm>
            <a:prstGeom prst="straightConnector1">
              <a:avLst/>
            </a:prstGeom>
            <a:ln>
              <a:solidFill>
                <a:schemeClr val="tx1"/>
              </a:solidFill>
              <a:headEnd type="triangle" w="sm" len="med"/>
              <a:tailEnd type="triangle" w="sm" len="med"/>
            </a:ln>
          </p:spPr>
          <p:style>
            <a:lnRef idx="1">
              <a:schemeClr val="dk1"/>
            </a:lnRef>
            <a:fillRef idx="0">
              <a:schemeClr val="dk1"/>
            </a:fillRef>
            <a:effectRef idx="0">
              <a:schemeClr val="dk1"/>
            </a:effectRef>
            <a:fontRef idx="minor">
              <a:schemeClr val="tx1"/>
            </a:fontRef>
          </p:style>
        </p:cxnSp>
        <p:sp>
          <p:nvSpPr>
            <p:cNvPr id="108" name="직사각형 107">
              <a:extLst>
                <a:ext uri="{FF2B5EF4-FFF2-40B4-BE49-F238E27FC236}">
                  <a16:creationId xmlns:a16="http://schemas.microsoft.com/office/drawing/2014/main" id="{E55D933E-EEFE-4AF2-A963-E31B91D7B1CD}"/>
                </a:ext>
              </a:extLst>
            </p:cNvPr>
            <p:cNvSpPr/>
            <p:nvPr/>
          </p:nvSpPr>
          <p:spPr>
            <a:xfrm>
              <a:off x="3939542" y="1361210"/>
              <a:ext cx="1013457"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Times New Roman" panose="02020603050405020304" pitchFamily="18" charset="0"/>
                  <a:cs typeface="Times New Roman" panose="02020603050405020304" pitchFamily="18" charset="0"/>
                </a:rPr>
                <a:t>1,000 mm</a:t>
              </a:r>
              <a:endParaRPr lang="ko-KR" altLang="en-US" sz="1600" dirty="0">
                <a:solidFill>
                  <a:schemeClr val="tx1"/>
                </a:solidFill>
                <a:latin typeface="Times New Roman" panose="02020603050405020304" pitchFamily="18" charset="0"/>
                <a:cs typeface="Times New Roman" panose="02020603050405020304" pitchFamily="18" charset="0"/>
              </a:endParaRPr>
            </a:p>
          </p:txBody>
        </p:sp>
        <p:sp>
          <p:nvSpPr>
            <p:cNvPr id="110" name="직사각형 109">
              <a:extLst>
                <a:ext uri="{FF2B5EF4-FFF2-40B4-BE49-F238E27FC236}">
                  <a16:creationId xmlns:a16="http://schemas.microsoft.com/office/drawing/2014/main" id="{D993077E-AE3C-4899-B19D-52B4F535F739}"/>
                </a:ext>
              </a:extLst>
            </p:cNvPr>
            <p:cNvSpPr/>
            <p:nvPr/>
          </p:nvSpPr>
          <p:spPr>
            <a:xfrm>
              <a:off x="5341306" y="2162319"/>
              <a:ext cx="1013457"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ko-KR" sz="1600" dirty="0">
                  <a:solidFill>
                    <a:schemeClr val="tx1"/>
                  </a:solidFill>
                  <a:latin typeface="Times New Roman" panose="02020603050405020304" pitchFamily="18" charset="0"/>
                  <a:cs typeface="Times New Roman" panose="02020603050405020304" pitchFamily="18" charset="0"/>
                </a:rPr>
                <a:t>600 mm</a:t>
              </a:r>
              <a:endParaRPr lang="ko-KR" altLang="en-US" sz="1600" dirty="0">
                <a:solidFill>
                  <a:schemeClr val="tx1"/>
                </a:solidFill>
                <a:latin typeface="Times New Roman" panose="02020603050405020304" pitchFamily="18" charset="0"/>
                <a:cs typeface="Times New Roman" panose="02020603050405020304" pitchFamily="18" charset="0"/>
              </a:endParaRPr>
            </a:p>
          </p:txBody>
        </p:sp>
        <p:sp>
          <p:nvSpPr>
            <p:cNvPr id="120" name="직사각형 119">
              <a:extLst>
                <a:ext uri="{FF2B5EF4-FFF2-40B4-BE49-F238E27FC236}">
                  <a16:creationId xmlns:a16="http://schemas.microsoft.com/office/drawing/2014/main" id="{8D40DF3C-3136-4665-991B-1CAE25D8097F}"/>
                </a:ext>
              </a:extLst>
            </p:cNvPr>
            <p:cNvSpPr>
              <a:spLocks/>
            </p:cNvSpPr>
            <p:nvPr/>
          </p:nvSpPr>
          <p:spPr>
            <a:xfrm>
              <a:off x="3478494" y="1691474"/>
              <a:ext cx="79200" cy="79200"/>
            </a:xfrm>
            <a:prstGeom prst="rect">
              <a:avLst/>
            </a:prstGeom>
            <a:pattFill prst="dkUpDiag">
              <a:fgClr>
                <a:srgbClr val="FF0000"/>
              </a:fgClr>
              <a:bgClr>
                <a:schemeClr val="bg1"/>
              </a:bgClr>
            </a:patt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1" name="직사각형 120">
              <a:extLst>
                <a:ext uri="{FF2B5EF4-FFF2-40B4-BE49-F238E27FC236}">
                  <a16:creationId xmlns:a16="http://schemas.microsoft.com/office/drawing/2014/main" id="{64FF8233-5C83-4973-A47F-92F814FBA25D}"/>
                </a:ext>
              </a:extLst>
            </p:cNvPr>
            <p:cNvSpPr>
              <a:spLocks/>
            </p:cNvSpPr>
            <p:nvPr/>
          </p:nvSpPr>
          <p:spPr>
            <a:xfrm>
              <a:off x="3478494" y="2798088"/>
              <a:ext cx="79200" cy="79200"/>
            </a:xfrm>
            <a:prstGeom prst="rect">
              <a:avLst/>
            </a:prstGeom>
            <a:pattFill prst="dkUpDiag">
              <a:fgClr>
                <a:srgbClr val="FF0000"/>
              </a:fgClr>
              <a:bgClr>
                <a:schemeClr val="bg1"/>
              </a:bgClr>
            </a:patt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3" name="직사각형 122">
              <a:extLst>
                <a:ext uri="{FF2B5EF4-FFF2-40B4-BE49-F238E27FC236}">
                  <a16:creationId xmlns:a16="http://schemas.microsoft.com/office/drawing/2014/main" id="{14B7D8DC-DD41-4B94-A392-73F3B8CAE1B6}"/>
                </a:ext>
              </a:extLst>
            </p:cNvPr>
            <p:cNvSpPr>
              <a:spLocks/>
            </p:cNvSpPr>
            <p:nvPr/>
          </p:nvSpPr>
          <p:spPr>
            <a:xfrm>
              <a:off x="5375690" y="2798088"/>
              <a:ext cx="79200" cy="79200"/>
            </a:xfrm>
            <a:prstGeom prst="rect">
              <a:avLst/>
            </a:prstGeom>
            <a:pattFill prst="dkUpDiag">
              <a:fgClr>
                <a:srgbClr val="FF0000"/>
              </a:fgClr>
              <a:bgClr>
                <a:schemeClr val="bg1"/>
              </a:bgClr>
            </a:patt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88" name="그룹 87">
              <a:extLst>
                <a:ext uri="{FF2B5EF4-FFF2-40B4-BE49-F238E27FC236}">
                  <a16:creationId xmlns:a16="http://schemas.microsoft.com/office/drawing/2014/main" id="{D0294C88-F423-4702-ADEE-0F48DDBA38F5}"/>
                </a:ext>
              </a:extLst>
            </p:cNvPr>
            <p:cNvGrpSpPr/>
            <p:nvPr/>
          </p:nvGrpSpPr>
          <p:grpSpPr>
            <a:xfrm>
              <a:off x="6429926" y="1546572"/>
              <a:ext cx="1392107" cy="843147"/>
              <a:chOff x="6658526" y="1532602"/>
              <a:chExt cx="1392107" cy="843147"/>
            </a:xfrm>
          </p:grpSpPr>
          <p:sp>
            <p:nvSpPr>
              <p:cNvPr id="125" name="직사각형 124">
                <a:extLst>
                  <a:ext uri="{FF2B5EF4-FFF2-40B4-BE49-F238E27FC236}">
                    <a16:creationId xmlns:a16="http://schemas.microsoft.com/office/drawing/2014/main" id="{6F4DBC7E-FCA1-44BE-AABE-2B7074CC2C52}"/>
                  </a:ext>
                </a:extLst>
              </p:cNvPr>
              <p:cNvSpPr>
                <a:spLocks noChangeAspect="1"/>
              </p:cNvSpPr>
              <p:nvPr/>
            </p:nvSpPr>
            <p:spPr>
              <a:xfrm>
                <a:off x="6779361" y="1881057"/>
                <a:ext cx="494692" cy="494692"/>
              </a:xfrm>
              <a:prstGeom prst="rect">
                <a:avLst/>
              </a:prstGeom>
              <a:pattFill prst="dkUpDiag">
                <a:fgClr>
                  <a:srgbClr val="FF0000"/>
                </a:fgClr>
                <a:bgClr>
                  <a:schemeClr val="bg1"/>
                </a:bgClr>
              </a:patt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26" name="직선 화살표 연결선 125">
                <a:extLst>
                  <a:ext uri="{FF2B5EF4-FFF2-40B4-BE49-F238E27FC236}">
                    <a16:creationId xmlns:a16="http://schemas.microsoft.com/office/drawing/2014/main" id="{7A1E7689-085B-4B9E-AEFD-9596362738F6}"/>
                  </a:ext>
                </a:extLst>
              </p:cNvPr>
              <p:cNvCxnSpPr>
                <a:cxnSpLocks/>
              </p:cNvCxnSpPr>
              <p:nvPr/>
            </p:nvCxnSpPr>
            <p:spPr>
              <a:xfrm>
                <a:off x="6779361" y="1790394"/>
                <a:ext cx="494692" cy="0"/>
              </a:xfrm>
              <a:prstGeom prst="straightConnector1">
                <a:avLst/>
              </a:prstGeom>
              <a:ln>
                <a:solidFill>
                  <a:schemeClr val="tx1"/>
                </a:solidFill>
                <a:headEnd type="triangle" w="sm" len="med"/>
                <a:tailEnd type="triangle" w="sm" len="med"/>
              </a:ln>
            </p:spPr>
            <p:style>
              <a:lnRef idx="1">
                <a:schemeClr val="dk1"/>
              </a:lnRef>
              <a:fillRef idx="0">
                <a:schemeClr val="dk1"/>
              </a:fillRef>
              <a:effectRef idx="0">
                <a:schemeClr val="dk1"/>
              </a:effectRef>
              <a:fontRef idx="minor">
                <a:schemeClr val="tx1"/>
              </a:fontRef>
            </p:style>
          </p:cxnSp>
          <p:cxnSp>
            <p:nvCxnSpPr>
              <p:cNvPr id="128" name="직선 화살표 연결선 127">
                <a:extLst>
                  <a:ext uri="{FF2B5EF4-FFF2-40B4-BE49-F238E27FC236}">
                    <a16:creationId xmlns:a16="http://schemas.microsoft.com/office/drawing/2014/main" id="{5CC3B62F-8323-4CFE-A769-815D7DBF7F3F}"/>
                  </a:ext>
                </a:extLst>
              </p:cNvPr>
              <p:cNvCxnSpPr>
                <a:cxnSpLocks/>
              </p:cNvCxnSpPr>
              <p:nvPr/>
            </p:nvCxnSpPr>
            <p:spPr>
              <a:xfrm>
                <a:off x="7358607" y="1881405"/>
                <a:ext cx="0" cy="493200"/>
              </a:xfrm>
              <a:prstGeom prst="straightConnector1">
                <a:avLst/>
              </a:prstGeom>
              <a:ln>
                <a:solidFill>
                  <a:schemeClr val="tx1"/>
                </a:solidFill>
                <a:headEnd type="triangle" w="sm" len="med"/>
                <a:tailEnd type="triangle" w="sm" len="med"/>
              </a:ln>
            </p:spPr>
            <p:style>
              <a:lnRef idx="1">
                <a:schemeClr val="dk1"/>
              </a:lnRef>
              <a:fillRef idx="0">
                <a:schemeClr val="dk1"/>
              </a:fillRef>
              <a:effectRef idx="0">
                <a:schemeClr val="dk1"/>
              </a:effectRef>
              <a:fontRef idx="minor">
                <a:schemeClr val="tx1"/>
              </a:fontRef>
            </p:style>
          </p:cxnSp>
          <p:sp>
            <p:nvSpPr>
              <p:cNvPr id="130" name="직사각형 129">
                <a:extLst>
                  <a:ext uri="{FF2B5EF4-FFF2-40B4-BE49-F238E27FC236}">
                    <a16:creationId xmlns:a16="http://schemas.microsoft.com/office/drawing/2014/main" id="{CEABA355-25E3-4B6E-9E66-A6C2D6ED9705}"/>
                  </a:ext>
                </a:extLst>
              </p:cNvPr>
              <p:cNvSpPr/>
              <p:nvPr/>
            </p:nvSpPr>
            <p:spPr>
              <a:xfrm>
                <a:off x="6658526" y="1532602"/>
                <a:ext cx="763150"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ko-KR" sz="1600" dirty="0">
                    <a:solidFill>
                      <a:schemeClr val="tx1"/>
                    </a:solidFill>
                    <a:latin typeface="Times New Roman" panose="02020603050405020304" pitchFamily="18" charset="0"/>
                    <a:cs typeface="Times New Roman" panose="02020603050405020304" pitchFamily="18" charset="0"/>
                  </a:rPr>
                  <a:t>40 mm</a:t>
                </a:r>
                <a:endParaRPr lang="ko-KR" altLang="en-US" sz="1600" dirty="0">
                  <a:solidFill>
                    <a:schemeClr val="tx1"/>
                  </a:solidFill>
                  <a:latin typeface="Times New Roman" panose="02020603050405020304" pitchFamily="18" charset="0"/>
                  <a:cs typeface="Times New Roman" panose="02020603050405020304" pitchFamily="18" charset="0"/>
                </a:endParaRPr>
              </a:p>
            </p:txBody>
          </p:sp>
          <p:sp>
            <p:nvSpPr>
              <p:cNvPr id="131" name="직사각형 130">
                <a:extLst>
                  <a:ext uri="{FF2B5EF4-FFF2-40B4-BE49-F238E27FC236}">
                    <a16:creationId xmlns:a16="http://schemas.microsoft.com/office/drawing/2014/main" id="{DE59C885-AADA-4652-A9F3-E5A81B85C100}"/>
                  </a:ext>
                </a:extLst>
              </p:cNvPr>
              <p:cNvSpPr/>
              <p:nvPr/>
            </p:nvSpPr>
            <p:spPr>
              <a:xfrm>
                <a:off x="7287483" y="2008123"/>
                <a:ext cx="763150"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ko-KR" sz="1600" dirty="0">
                    <a:solidFill>
                      <a:schemeClr val="tx1"/>
                    </a:solidFill>
                    <a:latin typeface="Times New Roman" panose="02020603050405020304" pitchFamily="18" charset="0"/>
                    <a:cs typeface="Times New Roman" panose="02020603050405020304" pitchFamily="18" charset="0"/>
                  </a:rPr>
                  <a:t>40 mm</a:t>
                </a:r>
                <a:endParaRPr lang="ko-KR" altLang="en-US" sz="1600" dirty="0">
                  <a:solidFill>
                    <a:schemeClr val="tx1"/>
                  </a:solidFill>
                  <a:latin typeface="Times New Roman" panose="02020603050405020304" pitchFamily="18" charset="0"/>
                  <a:cs typeface="Times New Roman" panose="02020603050405020304" pitchFamily="18" charset="0"/>
                </a:endParaRPr>
              </a:p>
            </p:txBody>
          </p:sp>
        </p:grpSp>
        <p:cxnSp>
          <p:nvCxnSpPr>
            <p:cNvPr id="134" name="직선 화살표 연결선 133">
              <a:extLst>
                <a:ext uri="{FF2B5EF4-FFF2-40B4-BE49-F238E27FC236}">
                  <a16:creationId xmlns:a16="http://schemas.microsoft.com/office/drawing/2014/main" id="{833F61F6-C7BC-4F1B-B78F-6143D9DC0722}"/>
                </a:ext>
              </a:extLst>
            </p:cNvPr>
            <p:cNvCxnSpPr>
              <a:cxnSpLocks/>
            </p:cNvCxnSpPr>
            <p:nvPr/>
          </p:nvCxnSpPr>
          <p:spPr>
            <a:xfrm flipV="1">
              <a:off x="5373309" y="1894642"/>
              <a:ext cx="1177452" cy="900387"/>
            </a:xfrm>
            <a:prstGeom prst="straightConnector1">
              <a:avLst/>
            </a:prstGeom>
            <a:ln w="3175">
              <a:solidFill>
                <a:srgbClr val="FF0000"/>
              </a:solidFill>
              <a:prstDash val="dash"/>
              <a:headEnd type="none" w="sm" len="med"/>
              <a:tailEnd type="none" w="sm" len="med"/>
            </a:ln>
          </p:spPr>
          <p:style>
            <a:lnRef idx="1">
              <a:schemeClr val="dk1"/>
            </a:lnRef>
            <a:fillRef idx="0">
              <a:schemeClr val="dk1"/>
            </a:fillRef>
            <a:effectRef idx="0">
              <a:schemeClr val="dk1"/>
            </a:effectRef>
            <a:fontRef idx="minor">
              <a:schemeClr val="tx1"/>
            </a:fontRef>
          </p:style>
        </p:cxnSp>
        <p:cxnSp>
          <p:nvCxnSpPr>
            <p:cNvPr id="136" name="직선 화살표 연결선 135">
              <a:extLst>
                <a:ext uri="{FF2B5EF4-FFF2-40B4-BE49-F238E27FC236}">
                  <a16:creationId xmlns:a16="http://schemas.microsoft.com/office/drawing/2014/main" id="{ECEAB587-94F2-4A37-B774-DBCE973E4713}"/>
                </a:ext>
              </a:extLst>
            </p:cNvPr>
            <p:cNvCxnSpPr>
              <a:cxnSpLocks/>
            </p:cNvCxnSpPr>
            <p:nvPr/>
          </p:nvCxnSpPr>
          <p:spPr>
            <a:xfrm flipV="1">
              <a:off x="5460165" y="2388574"/>
              <a:ext cx="1585288" cy="491945"/>
            </a:xfrm>
            <a:prstGeom prst="straightConnector1">
              <a:avLst/>
            </a:prstGeom>
            <a:ln w="3175">
              <a:solidFill>
                <a:srgbClr val="FF0000"/>
              </a:solidFill>
              <a:prstDash val="dash"/>
              <a:headEnd type="none" w="sm" len="med"/>
              <a:tailEnd type="none" w="sm" len="med"/>
            </a:ln>
          </p:spPr>
          <p:style>
            <a:lnRef idx="1">
              <a:schemeClr val="dk1"/>
            </a:lnRef>
            <a:fillRef idx="0">
              <a:schemeClr val="dk1"/>
            </a:fillRef>
            <a:effectRef idx="0">
              <a:schemeClr val="dk1"/>
            </a:effectRef>
            <a:fontRef idx="minor">
              <a:schemeClr val="tx1"/>
            </a:fontRef>
          </p:style>
        </p:cxnSp>
        <p:sp>
          <p:nvSpPr>
            <p:cNvPr id="139" name="직사각형 138">
              <a:extLst>
                <a:ext uri="{FF2B5EF4-FFF2-40B4-BE49-F238E27FC236}">
                  <a16:creationId xmlns:a16="http://schemas.microsoft.com/office/drawing/2014/main" id="{FDCEB61A-6085-4A92-A05D-9E04097F89AE}"/>
                </a:ext>
              </a:extLst>
            </p:cNvPr>
            <p:cNvSpPr/>
            <p:nvPr/>
          </p:nvSpPr>
          <p:spPr>
            <a:xfrm>
              <a:off x="3497218" y="1696930"/>
              <a:ext cx="381868"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i="1" dirty="0">
                  <a:solidFill>
                    <a:srgbClr val="FF0000"/>
                  </a:solidFill>
                  <a:latin typeface="Times New Roman" panose="02020603050405020304" pitchFamily="18" charset="0"/>
                  <a:cs typeface="Times New Roman" panose="02020603050405020304" pitchFamily="18" charset="0"/>
                </a:rPr>
                <a:t>S</a:t>
              </a:r>
              <a:r>
                <a:rPr lang="en-US" altLang="ko-KR" sz="1600" baseline="-25000" dirty="0">
                  <a:solidFill>
                    <a:srgbClr val="FF0000"/>
                  </a:solidFill>
                  <a:latin typeface="Times New Roman" panose="02020603050405020304" pitchFamily="18" charset="0"/>
                  <a:cs typeface="Times New Roman" panose="02020603050405020304" pitchFamily="18" charset="0"/>
                </a:rPr>
                <a:t>1</a:t>
              </a:r>
              <a:endParaRPr lang="ko-KR" altLang="en-US" sz="1600" baseline="-25000" dirty="0">
                <a:solidFill>
                  <a:srgbClr val="FF0000"/>
                </a:solidFill>
                <a:latin typeface="Times New Roman" panose="02020603050405020304" pitchFamily="18" charset="0"/>
                <a:cs typeface="Times New Roman" panose="02020603050405020304" pitchFamily="18" charset="0"/>
              </a:endParaRPr>
            </a:p>
          </p:txBody>
        </p:sp>
        <p:sp>
          <p:nvSpPr>
            <p:cNvPr id="140" name="직사각형 139">
              <a:extLst>
                <a:ext uri="{FF2B5EF4-FFF2-40B4-BE49-F238E27FC236}">
                  <a16:creationId xmlns:a16="http://schemas.microsoft.com/office/drawing/2014/main" id="{ECF7BE88-DE26-4467-B63C-11D43ABB08AA}"/>
                </a:ext>
              </a:extLst>
            </p:cNvPr>
            <p:cNvSpPr/>
            <p:nvPr/>
          </p:nvSpPr>
          <p:spPr>
            <a:xfrm>
              <a:off x="3497218" y="2583482"/>
              <a:ext cx="381868"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i="1" dirty="0">
                  <a:solidFill>
                    <a:srgbClr val="FF0000"/>
                  </a:solidFill>
                  <a:latin typeface="Times New Roman" panose="02020603050405020304" pitchFamily="18" charset="0"/>
                  <a:cs typeface="Times New Roman" panose="02020603050405020304" pitchFamily="18" charset="0"/>
                </a:rPr>
                <a:t>S</a:t>
              </a:r>
              <a:r>
                <a:rPr lang="en-US" altLang="ko-KR" sz="1600" baseline="-25000" dirty="0">
                  <a:solidFill>
                    <a:srgbClr val="FF0000"/>
                  </a:solidFill>
                  <a:latin typeface="Times New Roman" panose="02020603050405020304" pitchFamily="18" charset="0"/>
                  <a:cs typeface="Times New Roman" panose="02020603050405020304" pitchFamily="18" charset="0"/>
                </a:rPr>
                <a:t>2</a:t>
              </a:r>
              <a:endParaRPr lang="ko-KR" altLang="en-US" sz="1600" baseline="-25000" dirty="0">
                <a:solidFill>
                  <a:srgbClr val="FF0000"/>
                </a:solidFill>
                <a:latin typeface="Times New Roman" panose="02020603050405020304" pitchFamily="18" charset="0"/>
                <a:cs typeface="Times New Roman" panose="02020603050405020304" pitchFamily="18" charset="0"/>
              </a:endParaRPr>
            </a:p>
          </p:txBody>
        </p:sp>
        <p:sp>
          <p:nvSpPr>
            <p:cNvPr id="141" name="직사각형 140">
              <a:extLst>
                <a:ext uri="{FF2B5EF4-FFF2-40B4-BE49-F238E27FC236}">
                  <a16:creationId xmlns:a16="http://schemas.microsoft.com/office/drawing/2014/main" id="{98F34F49-8CD3-4FC2-8469-8E845F6B4024}"/>
                </a:ext>
              </a:extLst>
            </p:cNvPr>
            <p:cNvSpPr/>
            <p:nvPr/>
          </p:nvSpPr>
          <p:spPr>
            <a:xfrm>
              <a:off x="5092504" y="2583482"/>
              <a:ext cx="381868" cy="239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i="1" dirty="0">
                  <a:solidFill>
                    <a:srgbClr val="FF0000"/>
                  </a:solidFill>
                  <a:latin typeface="Times New Roman" panose="02020603050405020304" pitchFamily="18" charset="0"/>
                  <a:cs typeface="Times New Roman" panose="02020603050405020304" pitchFamily="18" charset="0"/>
                </a:rPr>
                <a:t>L</a:t>
              </a:r>
              <a:endParaRPr lang="ko-KR" altLang="en-US" sz="1600" baseline="-25000" dirty="0">
                <a:solidFill>
                  <a:srgbClr val="FF0000"/>
                </a:solidFill>
                <a:latin typeface="Times New Roman" panose="02020603050405020304" pitchFamily="18" charset="0"/>
                <a:cs typeface="Times New Roman" panose="02020603050405020304" pitchFamily="18" charset="0"/>
              </a:endParaRPr>
            </a:p>
          </p:txBody>
        </p:sp>
        <p:sp>
          <p:nvSpPr>
            <p:cNvPr id="143" name="직사각형 142">
              <a:extLst>
                <a:ext uri="{FF2B5EF4-FFF2-40B4-BE49-F238E27FC236}">
                  <a16:creationId xmlns:a16="http://schemas.microsoft.com/office/drawing/2014/main" id="{439EE157-8797-48EF-AFEC-F1A2503881E5}"/>
                </a:ext>
              </a:extLst>
            </p:cNvPr>
            <p:cNvSpPr/>
            <p:nvPr/>
          </p:nvSpPr>
          <p:spPr>
            <a:xfrm>
              <a:off x="5779549" y="2566874"/>
              <a:ext cx="2101033" cy="4359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Times New Roman" panose="02020603050405020304" pitchFamily="18" charset="0"/>
                  <a:cs typeface="Times New Roman" panose="02020603050405020304" pitchFamily="18" charset="0"/>
                </a:rPr>
                <a:t>40×40 mm evaluation-exclusion region</a:t>
              </a:r>
            </a:p>
          </p:txBody>
        </p:sp>
      </p:grpSp>
    </p:spTree>
    <p:extLst>
      <p:ext uri="{BB962C8B-B14F-4D97-AF65-F5344CB8AC3E}">
        <p14:creationId xmlns:p14="http://schemas.microsoft.com/office/powerpoint/2010/main" val="4274392483"/>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4910</TotalTime>
  <Words>1334</Words>
  <Application>Microsoft Office PowerPoint</Application>
  <PresentationFormat>와이드스크린</PresentationFormat>
  <Paragraphs>183</Paragraphs>
  <Slides>21</Slides>
  <Notes>9</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21</vt:i4>
      </vt:variant>
    </vt:vector>
  </HeadingPairs>
  <TitlesOfParts>
    <vt:vector size="26" baseType="lpstr">
      <vt:lpstr>맑은 고딕</vt:lpstr>
      <vt:lpstr>Arial</vt:lpstr>
      <vt:lpstr>Cambria Math</vt:lpstr>
      <vt:lpstr>Times New Roman</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Donghyuk Jung</dc:creator>
  <cp:lastModifiedBy>Donghyuk Jung</cp:lastModifiedBy>
  <cp:revision>102</cp:revision>
  <dcterms:created xsi:type="dcterms:W3CDTF">2026-08-27T00:51:47Z</dcterms:created>
  <dcterms:modified xsi:type="dcterms:W3CDTF">2026-10-28T06:54:05Z</dcterms:modified>
</cp:coreProperties>
</file>