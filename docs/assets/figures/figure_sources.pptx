
<file path=[Content_Types].xml><?xml version="1.0" encoding="utf-8"?>
<ns0:Types xmlns:ns0="http://schemas.openxmlformats.org/package/2006/content-types">
  <ns0:Default Extension="emf" ContentType="image/x-emf"/>
  <ns0:Default Extension="jpeg" ContentType="image/jpeg"/>
  <ns0:Default Extension="png" ContentType="image/png"/>
  <ns0:Default Extension="rels" ContentType="application/vnd.openxmlformats-package.relationships+xml"/>
  <ns0:Default Extension="wdp" ContentType="image/vnd.ms-photo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>
  <ns0:sldMasterIdLst>
    <ns0:sldMasterId id="2147483648" ns1:id="rId1"/>
  </ns0:sldMasterIdLst>
  <ns0:sldIdLst>
    <ns0:sldId id="256" ns1:id="rId2"/>
    <ns0:sldId id="289" ns1:id="rId3"/>
    <ns0:sldId id="259" ns1:id="rId4"/>
    <ns0:sldId id="260" ns1:id="rId5"/>
    <ns0:sldId id="261" ns1:id="rId6"/>
    <ns0:sldId id="262" ns1:id="rId7"/>
    <ns0:sldId id="264" ns1:id="rId8"/>
    <ns0:sldId id="265" ns1:id="rId9"/>
    <ns0:sldId id="266" ns1:id="rId10"/>
    <ns0:sldId id="278" ns1:id="rId11"/>
    <ns0:sldId id="281" ns1:id="rId12"/>
    <ns0:sldId id="279" ns1:id="rId13"/>
    <ns0:sldId id="280" ns1:id="rId14"/>
    <ns0:sldId id="282" ns1:id="rId15"/>
    <ns0:sldId id="285" ns1:id="rId16"/>
    <ns0:sldId id="286" ns1:id="rId17"/>
    <ns0:sldId id="287" ns1:id="rId18"/>
    <ns0:sldId id="288" ns1:id="rId19"/>
  </ns0:sldIdLst>
  <ns0:sldSz cx="12192000" cy="6858000"/>
  <ns0:notesSz cx="6858000" cy="9144000"/>
  <ns0:defaultTextStyle>
    <ns2:defPPr>
      <ns2:defRPr lang="ko-KR"/>
    </ns2:defPPr>
    <ns2:lvl1pPr marL="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1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4" autoAdjust="0"/>
    <p:restoredTop sz="96242" autoAdjust="0"/>
  </p:normalViewPr>
  <p:slideViewPr>
    <p:cSldViewPr snapToGrid="0">
      <p:cViewPr>
        <p:scale>
          <a:sx n="100" d="100"/>
          <a:sy n="100" d="100"/>
        </p:scale>
        <p:origin x="-114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slide" Target="slides/slide17.xml" /><ns0:Relationship Id="rId26" Type="http://schemas.openxmlformats.org/officeDocument/2006/relationships/theme" Target="theme/theme1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slide" Target="slides/slide16.xml" /><ns0:Relationship Id="rId25" Type="http://schemas.openxmlformats.org/officeDocument/2006/relationships/viewProps" Target="viewProps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24" Type="http://schemas.openxmlformats.org/officeDocument/2006/relationships/presProps" Target="presProps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slide" Target="slides/slide18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27" Type="http://schemas.openxmlformats.org/officeDocument/2006/relationships/tableStyles" Target="tableStyles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A8546-DF4F-40AC-BF19-8B7AEC0D9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378D24-A55E-4E71-8AB0-06ED562F3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0E0B45-80D1-4F3C-AB7D-59B5E6E6B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344ED4-7555-4FED-BAA6-373BF3F96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7AD28-DFAE-4F5D-9C7D-5E73C338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59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6C806-DBC3-4733-8E19-40B9B457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4E41C2-1962-4662-9CDC-7E19C1453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A889CF-15FA-48FA-81D7-09F8A9A4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5BE483-079B-4029-9131-98F5CCE0A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5ED740-782C-49C7-835D-3E281BEC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33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75C7F-6F89-408C-9D54-51C7A82C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B12356-6BB0-4D9C-8C21-39CD63C4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3CD03A-6A48-4115-8C17-B123D62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48992E-8B73-469C-BE76-C7C94E59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2F8BEE-AABE-4711-B36A-0CA1A90F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21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AA634-792D-4A69-BC3B-987E94A6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518C0-2D07-4500-A50D-753A0B818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90AC7C-0CF3-415E-B3CD-4F9BCEDEB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E119CB-9E5F-4304-A451-844E2CB2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B1FD0E-5843-45B8-85DA-1E797817F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A58D8C-D06E-46E8-952C-7727F551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25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FC9A-DB5C-4423-97D6-AA54B81E0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944193-FA97-40BE-9391-4A0F77390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3E482D-406E-435A-952C-08641B0FA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141070-D884-4131-BAE8-C4116BB3F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A36684-4C14-4FE7-89F2-06C7F2601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8684A8-EF38-4AFE-A30E-CA4993BD1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2E4AB2-83DD-4131-802C-437D601B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E718C9D-C012-4415-8092-EC71792C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62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A904C-5E1E-4118-B07C-BAE44DAE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CBFE77-82B7-4F99-865E-57B519DA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8991D1-655B-4DF2-A339-41B7368D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5E3FDC-FAA2-48ED-A997-14E4730C4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10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8E0F5D-A994-4129-AE5D-A03E993B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B8D4C-C22C-4590-8EE8-188AC70C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106748-9FDA-4521-A13B-FF6DCD5A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906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5DABD-382A-439C-B0CD-62B8814DC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710CB6-81FC-4DAB-8433-A7D5857B4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23F379-CC88-4B16-8AA3-5198FDDD2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D1FA58-0B84-4681-93D9-9EC943E3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FE3915-9083-4B86-9504-DAD90ADD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B04F61-D259-4CA9-A8DC-B9752833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713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A2A58-EA01-4D0D-99F2-1DF3D584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78DB8E-9EBA-4040-A01E-36C385AA9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A4287F-655D-4BAE-8EC6-8EFA8CF64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265543-199D-4C3C-9283-66DDA221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4649D5-39BA-4B8C-8AC4-C9E90874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E14255-5D05-4EC7-B20D-5AE30156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79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69526-27D7-49EE-8DCF-8F498EC8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63479F-3E5D-4ECA-94B2-15F7A7A67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AE050-F2D9-44E8-AAD0-59F24209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8DB703-2096-46EF-81C8-EF9C88BA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71DD1-1DF2-4685-A056-5793D8DD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68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FD6520-7490-42A3-943A-9A7BC0F11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54EE67-423A-4BC6-8DD4-9FD378186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5CFC4-0977-49EA-869A-650D1FA4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43025A-8818-4A7D-853C-3AE3D1D0A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92BB52-D5CB-40EC-8FE8-795F157F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42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31E1EC-1448-47D9-9FEB-FA1C3087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E17868-26AB-4A38-A9D3-859E2B92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AEB46B-1C99-44C3-B309-25658D071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368C6-B957-4F90-8BC5-9758A90CC7DA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A3D1E3-5973-425C-B3B7-AB65B65C2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D3BB96-923B-41E1-A1E6-3CD99CBEF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D7E46-3253-427A-B016-D441FC6BA2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50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openxmlformats.org/officeDocument/2006/relationships/image" Target="../media/image1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1.png"/></Relationships>
</file>

<file path=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image16.emf" /><ns0:Relationship Id="rId1" Type="http://schemas.openxmlformats.org/officeDocument/2006/relationships/slideLayout" Target="../slideLayouts/slideLayout7.xml" /></ns0:Relationships>
</file>

<file path=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17.emf" /><ns0:Relationship Id="rId1" Type="http://schemas.openxmlformats.org/officeDocument/2006/relationships/slideLayout" Target="../slideLayouts/slideLayout7.xml" /></ns0:Relationships>
</file>

<file path=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18.emf" /><ns0:Relationship Id="rId1" Type="http://schemas.openxmlformats.org/officeDocument/2006/relationships/slideLayout" Target="../slideLayouts/slideLayout7.xml" /></ns0:Relationships>
</file>

<file path=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19.emf" /><ns0:Relationship Id="rId1" Type="http://schemas.openxmlformats.org/officeDocument/2006/relationships/slideLayout" Target="../slideLayouts/slideLayout7.xml" /></ns0:Relationships>
</file>

<file path=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image20.emf" /><ns0:Relationship Id="rId1" Type="http://schemas.openxmlformats.org/officeDocument/2006/relationships/slideLayout" Target="../slideLayouts/slideLayout7.xml" /></ns0:Relationships>
</file>

<file path=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21.emf" /><ns0:Relationship Id="rId1" Type="http://schemas.openxmlformats.org/officeDocument/2006/relationships/slideLayout" Target="../slideLayouts/slideLayout7.xml" /><ns0:Relationship Id="rId4" Type="http://schemas.openxmlformats.org/officeDocument/2006/relationships/image" Target="../media/image22.emf" /></ns0:Relationships>
</file>

<file path=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23.emf" /><ns0:Relationship Id="rId1" Type="http://schemas.openxmlformats.org/officeDocument/2006/relationships/slideLayout" Target="../slideLayouts/slideLayout7.xml" /><ns0:Relationship Id="rId4" Type="http://schemas.openxmlformats.org/officeDocument/2006/relationships/image" Target="../media/image24.emf" /></ns0:Relationships>
</file>

<file path=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25.emf" /><ns0:Relationship Id="rId1" Type="http://schemas.openxmlformats.org/officeDocument/2006/relationships/slideLayout" Target="../slideLayouts/slideLayout7.xml" /></ns0:Relationships>
</file>

<file path=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26.emf" /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nel-algorithm">
            <a:extLst>
              <a:ext uri="{FF2B5EF4-FFF2-40B4-BE49-F238E27FC236}">
                <a16:creationId xmlns:a16="http://schemas.microsoft.com/office/drawing/2014/main" id="{6FA64005-43C3-4636-B574-34212301A08F}"/>
              </a:ext>
            </a:extLst>
          </p:cNvPr>
          <p:cNvSpPr>
            <a:spLocks noGrp="1"/>
          </p:cNvSpPr>
          <p:nvPr/>
        </p:nvSpPr>
        <p:spPr>
          <a:xfrm>
            <a:off x="2498397" y="280990"/>
            <a:ext cx="4245724" cy="592957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</p:sp>
      <p:sp>
        <p:nvSpPr>
          <p:cNvPr id="5" name="panel-repository">
            <a:extLst>
              <a:ext uri="{FF2B5EF4-FFF2-40B4-BE49-F238E27FC236}">
                <a16:creationId xmlns:a16="http://schemas.microsoft.com/office/drawing/2014/main" id="{DC8B2D9D-91B8-4F5F-B8A4-7799363EBD21}"/>
              </a:ext>
            </a:extLst>
          </p:cNvPr>
          <p:cNvSpPr>
            <a:spLocks noGrp="1"/>
          </p:cNvSpPr>
          <p:nvPr/>
        </p:nvSpPr>
        <p:spPr>
          <a:xfrm>
            <a:off x="6951603" y="287057"/>
            <a:ext cx="2645578" cy="522954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algorithm-start">
            <a:extLst>
              <a:ext uri="{FF2B5EF4-FFF2-40B4-BE49-F238E27FC236}">
                <a16:creationId xmlns:a16="http://schemas.microsoft.com/office/drawing/2014/main" id="{B2583C8B-9AFF-4F29-A9AE-73AA237D8ED5}"/>
              </a:ext>
            </a:extLst>
          </p:cNvPr>
          <p:cNvSpPr>
            <a:spLocks noGrp="1"/>
          </p:cNvSpPr>
          <p:nvPr/>
        </p:nvSpPr>
        <p:spPr>
          <a:xfrm>
            <a:off x="3660648" y="409211"/>
            <a:ext cx="1912990" cy="238221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7" name="algorithm-initialization">
            <a:extLst>
              <a:ext uri="{FF2B5EF4-FFF2-40B4-BE49-F238E27FC236}">
                <a16:creationId xmlns:a16="http://schemas.microsoft.com/office/drawing/2014/main" id="{4A0E4AFB-7B33-4CDB-8F42-CD6BD04BB51E}"/>
              </a:ext>
            </a:extLst>
          </p:cNvPr>
          <p:cNvSpPr>
            <a:spLocks noGrp="1"/>
          </p:cNvSpPr>
          <p:nvPr/>
        </p:nvSpPr>
        <p:spPr>
          <a:xfrm>
            <a:off x="2740250" y="788197"/>
            <a:ext cx="3753791" cy="64008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algorithm-fe-analysis">
            <a:extLst>
              <a:ext uri="{FF2B5EF4-FFF2-40B4-BE49-F238E27FC236}">
                <a16:creationId xmlns:a16="http://schemas.microsoft.com/office/drawing/2014/main" id="{3D2939F5-6192-4A9D-8F9D-4D9ACBFE6786}"/>
              </a:ext>
            </a:extLst>
          </p:cNvPr>
          <p:cNvSpPr>
            <a:spLocks noGrp="1"/>
          </p:cNvSpPr>
          <p:nvPr/>
        </p:nvSpPr>
        <p:spPr>
          <a:xfrm>
            <a:off x="2740250" y="1587889"/>
            <a:ext cx="3753791" cy="512537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algorithm-utilization">
            <a:extLst>
              <a:ext uri="{FF2B5EF4-FFF2-40B4-BE49-F238E27FC236}">
                <a16:creationId xmlns:a16="http://schemas.microsoft.com/office/drawing/2014/main" id="{C776B0AF-4CDF-4480-BBED-A64C2D1D0F3C}"/>
              </a:ext>
            </a:extLst>
          </p:cNvPr>
          <p:cNvSpPr>
            <a:spLocks noGrp="1"/>
          </p:cNvSpPr>
          <p:nvPr/>
        </p:nvSpPr>
        <p:spPr>
          <a:xfrm>
            <a:off x="2740250" y="2233975"/>
            <a:ext cx="3753791" cy="425911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algorithm-filtering">
            <a:extLst>
              <a:ext uri="{FF2B5EF4-FFF2-40B4-BE49-F238E27FC236}">
                <a16:creationId xmlns:a16="http://schemas.microsoft.com/office/drawing/2014/main" id="{478760A8-5A18-4B49-8C3F-AD1FA6BCBB7F}"/>
              </a:ext>
            </a:extLst>
          </p:cNvPr>
          <p:cNvSpPr>
            <a:spLocks noGrp="1"/>
          </p:cNvSpPr>
          <p:nvPr/>
        </p:nvSpPr>
        <p:spPr>
          <a:xfrm>
            <a:off x="2740250" y="2793434"/>
            <a:ext cx="3753791" cy="389817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algorithm-solid-void-update">
            <a:extLst>
              <a:ext uri="{FF2B5EF4-FFF2-40B4-BE49-F238E27FC236}">
                <a16:creationId xmlns:a16="http://schemas.microsoft.com/office/drawing/2014/main" id="{0BEDA0DE-9E0D-44C4-8522-6277478D0335}"/>
              </a:ext>
            </a:extLst>
          </p:cNvPr>
          <p:cNvSpPr>
            <a:spLocks noGrp="1"/>
          </p:cNvSpPr>
          <p:nvPr/>
        </p:nvSpPr>
        <p:spPr>
          <a:xfrm>
            <a:off x="2740250" y="3316797"/>
            <a:ext cx="3753791" cy="519756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2" name="algorithm-material-reassignment">
            <a:extLst>
              <a:ext uri="{FF2B5EF4-FFF2-40B4-BE49-F238E27FC236}">
                <a16:creationId xmlns:a16="http://schemas.microsoft.com/office/drawing/2014/main" id="{0BCBC988-4AA2-4956-B680-9502615E9871}"/>
              </a:ext>
            </a:extLst>
          </p:cNvPr>
          <p:cNvSpPr>
            <a:spLocks noGrp="1"/>
          </p:cNvSpPr>
          <p:nvPr/>
        </p:nvSpPr>
        <p:spPr>
          <a:xfrm>
            <a:off x="2740250" y="3970101"/>
            <a:ext cx="3753791" cy="320753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algorithm-convergence">
            <a:extLst>
              <a:ext uri="{FF2B5EF4-FFF2-40B4-BE49-F238E27FC236}">
                <a16:creationId xmlns:a16="http://schemas.microsoft.com/office/drawing/2014/main" id="{A0AD27DE-5263-4EEC-AD07-4D24EF36259A}"/>
              </a:ext>
            </a:extLst>
          </p:cNvPr>
          <p:cNvSpPr>
            <a:spLocks noGrp="1"/>
          </p:cNvSpPr>
          <p:nvPr/>
        </p:nvSpPr>
        <p:spPr>
          <a:xfrm>
            <a:off x="3263615" y="5068069"/>
            <a:ext cx="2707061" cy="386210"/>
          </a:xfrm>
          <a:prstGeom prst="diamond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4" name="algorithm-final-response">
            <a:extLst>
              <a:ext uri="{FF2B5EF4-FFF2-40B4-BE49-F238E27FC236}">
                <a16:creationId xmlns:a16="http://schemas.microsoft.com/office/drawing/2014/main" id="{07F38464-0F28-4299-A0DE-DAD269BAC0B0}"/>
              </a:ext>
            </a:extLst>
          </p:cNvPr>
          <p:cNvSpPr>
            <a:spLocks noGrp="1"/>
          </p:cNvSpPr>
          <p:nvPr/>
        </p:nvSpPr>
        <p:spPr>
          <a:xfrm>
            <a:off x="2740250" y="5631140"/>
            <a:ext cx="3753791" cy="501710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5" name="repository-user-input">
            <a:extLst>
              <a:ext uri="{FF2B5EF4-FFF2-40B4-BE49-F238E27FC236}">
                <a16:creationId xmlns:a16="http://schemas.microsoft.com/office/drawing/2014/main" id="{8DDB496F-ACE2-4556-AA75-9A4B40EC9939}"/>
              </a:ext>
            </a:extLst>
          </p:cNvPr>
          <p:cNvSpPr>
            <a:spLocks noGrp="1"/>
          </p:cNvSpPr>
          <p:nvPr/>
        </p:nvSpPr>
        <p:spPr>
          <a:xfrm>
            <a:off x="7150280" y="409210"/>
            <a:ext cx="2237831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repository-examples">
            <a:extLst>
              <a:ext uri="{FF2B5EF4-FFF2-40B4-BE49-F238E27FC236}">
                <a16:creationId xmlns:a16="http://schemas.microsoft.com/office/drawing/2014/main" id="{3F3C4C83-48A1-4D7B-87D3-DE8E2B6450C5}"/>
              </a:ext>
            </a:extLst>
          </p:cNvPr>
          <p:cNvSpPr>
            <a:spLocks noGrp="1"/>
          </p:cNvSpPr>
          <p:nvPr/>
        </p:nvSpPr>
        <p:spPr>
          <a:xfrm>
            <a:off x="7150280" y="1145370"/>
            <a:ext cx="2237837" cy="3280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" name="repository-standard-solver">
            <a:extLst>
              <a:ext uri="{FF2B5EF4-FFF2-40B4-BE49-F238E27FC236}">
                <a16:creationId xmlns:a16="http://schemas.microsoft.com/office/drawing/2014/main" id="{E11E2F83-1F4E-4188-9F66-AA76DFF8D373}"/>
              </a:ext>
            </a:extLst>
          </p:cNvPr>
          <p:cNvSpPr>
            <a:spLocks noGrp="1"/>
          </p:cNvSpPr>
          <p:nvPr/>
        </p:nvSpPr>
        <p:spPr>
          <a:xfrm>
            <a:off x="8436331" y="2133699"/>
            <a:ext cx="949773" cy="5558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repository-extended-solver">
            <a:extLst>
              <a:ext uri="{FF2B5EF4-FFF2-40B4-BE49-F238E27FC236}">
                <a16:creationId xmlns:a16="http://schemas.microsoft.com/office/drawing/2014/main" id="{9F1BF438-D04C-44A7-9928-2BC12DD098C5}"/>
              </a:ext>
            </a:extLst>
          </p:cNvPr>
          <p:cNvSpPr>
            <a:spLocks noGrp="1"/>
          </p:cNvSpPr>
          <p:nvPr/>
        </p:nvSpPr>
        <p:spPr>
          <a:xfrm>
            <a:off x="7150280" y="2134632"/>
            <a:ext cx="1209154" cy="11298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</p:sp>
      <p:sp>
        <p:nvSpPr>
          <p:cNvPr id="21" name="repository-result-structure">
            <a:extLst>
              <a:ext uri="{FF2B5EF4-FFF2-40B4-BE49-F238E27FC236}">
                <a16:creationId xmlns:a16="http://schemas.microsoft.com/office/drawing/2014/main" id="{592F34E4-FA65-4238-8FF3-C9C1110FB4CB}"/>
              </a:ext>
            </a:extLst>
          </p:cNvPr>
          <p:cNvSpPr>
            <a:spLocks noGrp="1"/>
          </p:cNvSpPr>
          <p:nvPr/>
        </p:nvSpPr>
        <p:spPr>
          <a:xfrm>
            <a:off x="7150280" y="4158172"/>
            <a:ext cx="2235824" cy="5656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repository-visualization">
            <a:extLst>
              <a:ext uri="{FF2B5EF4-FFF2-40B4-BE49-F238E27FC236}">
                <a16:creationId xmlns:a16="http://schemas.microsoft.com/office/drawing/2014/main" id="{A4E65566-5E7D-4A50-9BDC-7AC908752A48}"/>
              </a:ext>
            </a:extLst>
          </p:cNvPr>
          <p:cNvSpPr>
            <a:spLocks noGrp="1"/>
          </p:cNvSpPr>
          <p:nvPr/>
        </p:nvSpPr>
        <p:spPr>
          <a:xfrm>
            <a:off x="7149794" y="5038538"/>
            <a:ext cx="2235823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self-weight-route-2">
            <a:extLst>
              <a:ext uri="{FF2B5EF4-FFF2-40B4-BE49-F238E27FC236}">
                <a16:creationId xmlns:a16="http://schemas.microsoft.com/office/drawing/2014/main" id="{B7DBF2C4-5787-487B-B27F-F471BEA8C8E0}"/>
              </a:ext>
            </a:extLst>
          </p:cNvPr>
          <p:cNvSpPr>
            <a:spLocks noGrp="1"/>
          </p:cNvSpPr>
          <p:nvPr/>
        </p:nvSpPr>
        <p:spPr>
          <a:xfrm>
            <a:off x="6918080" y="3480823"/>
            <a:ext cx="28875" cy="2887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6" name="self-weight-route-3">
            <a:extLst>
              <a:ext uri="{FF2B5EF4-FFF2-40B4-BE49-F238E27FC236}">
                <a16:creationId xmlns:a16="http://schemas.microsoft.com/office/drawing/2014/main" id="{60775D76-AF03-41A4-89F1-2899A154A687}"/>
              </a:ext>
            </a:extLst>
          </p:cNvPr>
          <p:cNvSpPr>
            <a:spLocks noGrp="1"/>
          </p:cNvSpPr>
          <p:nvPr/>
        </p:nvSpPr>
        <p:spPr>
          <a:xfrm>
            <a:off x="6918080" y="1585880"/>
            <a:ext cx="28875" cy="2887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8" name="masks-route-2">
            <a:extLst>
              <a:ext uri="{FF2B5EF4-FFF2-40B4-BE49-F238E27FC236}">
                <a16:creationId xmlns:a16="http://schemas.microsoft.com/office/drawing/2014/main" id="{3AD52D61-66E9-4ED0-9E08-3FA498857571}"/>
              </a:ext>
            </a:extLst>
          </p:cNvPr>
          <p:cNvSpPr>
            <a:spLocks noGrp="1"/>
          </p:cNvSpPr>
          <p:nvPr/>
        </p:nvSpPr>
        <p:spPr>
          <a:xfrm>
            <a:off x="6840544" y="3607152"/>
            <a:ext cx="28875" cy="2887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9" name="masks-route-3">
            <a:extLst>
              <a:ext uri="{FF2B5EF4-FFF2-40B4-BE49-F238E27FC236}">
                <a16:creationId xmlns:a16="http://schemas.microsoft.com/office/drawing/2014/main" id="{B250D55B-AA53-45FA-BFC2-45A09086D0EC}"/>
              </a:ext>
            </a:extLst>
          </p:cNvPr>
          <p:cNvSpPr>
            <a:spLocks noGrp="1"/>
          </p:cNvSpPr>
          <p:nvPr/>
        </p:nvSpPr>
        <p:spPr>
          <a:xfrm>
            <a:off x="6840544" y="3318399"/>
            <a:ext cx="28875" cy="2887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D1BDE30-FD2E-40B7-8758-0D0272F1F40E}"/>
              </a:ext>
            </a:extLst>
          </p:cNvPr>
          <p:cNvCxnSpPr/>
          <p:nvPr/>
        </p:nvCxnSpPr>
        <p:spPr>
          <a:xfrm>
            <a:off x="4617143" y="647434"/>
            <a:ext cx="0" cy="140767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A9B0656-4E6B-418C-A7BB-1C62D029DBB2}"/>
              </a:ext>
            </a:extLst>
          </p:cNvPr>
          <p:cNvCxnSpPr/>
          <p:nvPr/>
        </p:nvCxnSpPr>
        <p:spPr>
          <a:xfrm>
            <a:off x="4617143" y="1436294"/>
            <a:ext cx="0" cy="151595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03DC6CDA-BEEE-4389-9E26-6FBE6DF1E782}"/>
              </a:ext>
            </a:extLst>
          </p:cNvPr>
          <p:cNvCxnSpPr/>
          <p:nvPr/>
        </p:nvCxnSpPr>
        <p:spPr>
          <a:xfrm>
            <a:off x="4617143" y="2100426"/>
            <a:ext cx="0" cy="133548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F161256-5B0E-48E3-B5D7-8B553FC60177}"/>
              </a:ext>
            </a:extLst>
          </p:cNvPr>
          <p:cNvCxnSpPr/>
          <p:nvPr/>
        </p:nvCxnSpPr>
        <p:spPr>
          <a:xfrm>
            <a:off x="4617143" y="2659885"/>
            <a:ext cx="0" cy="133548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8D451C7-A388-46EC-9EFA-3E93787CC0A6}"/>
              </a:ext>
            </a:extLst>
          </p:cNvPr>
          <p:cNvCxnSpPr/>
          <p:nvPr/>
        </p:nvCxnSpPr>
        <p:spPr>
          <a:xfrm>
            <a:off x="4617143" y="3183250"/>
            <a:ext cx="0" cy="133548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F5A4CA6-478D-488C-B401-0D8BA2ADC285}"/>
              </a:ext>
            </a:extLst>
          </p:cNvPr>
          <p:cNvCxnSpPr/>
          <p:nvPr/>
        </p:nvCxnSpPr>
        <p:spPr>
          <a:xfrm>
            <a:off x="4617143" y="3836554"/>
            <a:ext cx="0" cy="133548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B6756DF-66DF-40E0-A0B5-17C241FB5D6C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617143" y="4912238"/>
            <a:ext cx="3" cy="155831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F0330A76-FA01-48D5-9902-A66F57C4A5C4}"/>
              </a:ext>
            </a:extLst>
          </p:cNvPr>
          <p:cNvCxnSpPr>
            <a:cxnSpLocks/>
            <a:stCxn id="13" idx="1"/>
            <a:endCxn id="9" idx="1"/>
          </p:cNvCxnSpPr>
          <p:nvPr/>
        </p:nvCxnSpPr>
        <p:spPr>
          <a:xfrm rot="10800000">
            <a:off x="2740251" y="2446932"/>
            <a:ext cx="523365" cy="2814243"/>
          </a:xfrm>
          <a:prstGeom prst="bentConnector3">
            <a:avLst>
              <a:gd name="adj1" fmla="val 129119"/>
            </a:avLst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8614D916-3237-4641-8E63-418CDD0C8B5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617143" y="5454279"/>
            <a:ext cx="3" cy="176864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102756B-CD1E-4960-8CEC-B5D82A670BBE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8269196" y="769210"/>
            <a:ext cx="3" cy="376160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E59FAA6-F18E-4122-8536-7980AD8D13B7}"/>
              </a:ext>
            </a:extLst>
          </p:cNvPr>
          <p:cNvCxnSpPr>
            <a:cxnSpLocks/>
          </p:cNvCxnSpPr>
          <p:nvPr/>
        </p:nvCxnSpPr>
        <p:spPr>
          <a:xfrm>
            <a:off x="7099389" y="5785024"/>
            <a:ext cx="252000" cy="0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sp>
        <p:nvSpPr>
          <p:cNvPr id="55" name="start-label">
            <a:extLst>
              <a:ext uri="{FF2B5EF4-FFF2-40B4-BE49-F238E27FC236}">
                <a16:creationId xmlns:a16="http://schemas.microsoft.com/office/drawing/2014/main" id="{7CA58048-AC21-4853-B033-578FDE772E11}"/>
              </a:ext>
            </a:extLst>
          </p:cNvPr>
          <p:cNvSpPr>
            <a:spLocks noGrp="1"/>
          </p:cNvSpPr>
          <p:nvPr/>
        </p:nvSpPr>
        <p:spPr>
          <a:xfrm>
            <a:off x="3725620" y="452524"/>
            <a:ext cx="1783051" cy="151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Start and initialize </a:t>
            </a:r>
            <a:r>
              <a:rPr lang="en-US" altLang="ko-KR" sz="1000" b="1" i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x</a:t>
            </a:r>
            <a:r>
              <a:rPr lang="en-US" altLang="ko-KR" sz="1000" b="1" i="1" baseline="-25000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</a:t>
            </a: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 </a:t>
            </a:r>
            <a:r>
              <a:rPr lang="en-US" sz="1000" b="1" i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</a:t>
            </a:r>
            <a:r>
              <a:rPr lang="en-US" sz="1000" b="1" i="1" baseline="-25000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</a:t>
            </a: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 and </a:t>
            </a:r>
            <a:r>
              <a:rPr lang="en-US" altLang="ko-KR" sz="1000" b="1" i="1" dirty="0" err="1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η</a:t>
            </a:r>
            <a:r>
              <a:rPr lang="en-US" altLang="ko-KR" sz="1000" b="1" i="1" baseline="-25000" dirty="0" err="1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</a:t>
            </a:r>
            <a:endParaRPr sz="1000" b="1" dirty="0">
              <a:solidFill>
                <a:srgbClr val="202428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56" name="init-heading">
            <a:extLst>
              <a:ext uri="{FF2B5EF4-FFF2-40B4-BE49-F238E27FC236}">
                <a16:creationId xmlns:a16="http://schemas.microsoft.com/office/drawing/2014/main" id="{481D1CF0-440B-442B-94FF-5450BF57FE53}"/>
              </a:ext>
            </a:extLst>
          </p:cNvPr>
          <p:cNvSpPr>
            <a:spLocks noGrp="1"/>
          </p:cNvSpPr>
          <p:nvPr/>
        </p:nvSpPr>
        <p:spPr>
          <a:xfrm>
            <a:off x="2830483" y="824292"/>
            <a:ext cx="3573320" cy="122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1. Problem definition and FE preparation</a:t>
            </a:r>
          </a:p>
        </p:txBody>
      </p:sp>
      <p:sp>
        <p:nvSpPr>
          <p:cNvPr id="57" name="init-body">
            <a:extLst>
              <a:ext uri="{FF2B5EF4-FFF2-40B4-BE49-F238E27FC236}">
                <a16:creationId xmlns:a16="http://schemas.microsoft.com/office/drawing/2014/main" id="{E0FFA58E-2DFD-4621-BBFF-B8EF66E59385}"/>
              </a:ext>
            </a:extLst>
          </p:cNvPr>
          <p:cNvSpPr>
            <a:spLocks noGrp="1"/>
          </p:cNvSpPr>
          <p:nvPr/>
        </p:nvSpPr>
        <p:spPr>
          <a:xfrm>
            <a:off x="2875601" y="1001153"/>
            <a:ext cx="3311639" cy="173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Design domain, materials, loads, boundary conditions, </a:t>
            </a:r>
            <a:endParaRPr lang="en-US"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ctr"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FE mesh, and filters</a:t>
            </a:r>
          </a:p>
        </p:txBody>
      </p:sp>
      <p:sp>
        <p:nvSpPr>
          <p:cNvPr id="58" name="init-code">
            <a:extLst>
              <a:ext uri="{FF2B5EF4-FFF2-40B4-BE49-F238E27FC236}">
                <a16:creationId xmlns:a16="http://schemas.microsoft.com/office/drawing/2014/main" id="{45E91530-E698-4B19-82F5-9BB7F644AA56}"/>
              </a:ext>
            </a:extLst>
          </p:cNvPr>
          <p:cNvSpPr>
            <a:spLocks noGrp="1"/>
          </p:cNvSpPr>
          <p:nvPr/>
        </p:nvSpPr>
        <p:spPr>
          <a:xfrm>
            <a:off x="2776343" y="1239220"/>
            <a:ext cx="3573320" cy="101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get_option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,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 </a:t>
            </a: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prepare_fem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,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 </a:t>
            </a: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prepare_filter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59" name="fe-heading">
            <a:extLst>
              <a:ext uri="{FF2B5EF4-FFF2-40B4-BE49-F238E27FC236}">
                <a16:creationId xmlns:a16="http://schemas.microsoft.com/office/drawing/2014/main" id="{6372299C-0F9A-46D3-B76E-02C42D50C0DE}"/>
              </a:ext>
            </a:extLst>
          </p:cNvPr>
          <p:cNvSpPr>
            <a:spLocks noGrp="1"/>
          </p:cNvSpPr>
          <p:nvPr/>
        </p:nvSpPr>
        <p:spPr>
          <a:xfrm>
            <a:off x="2830483" y="1627591"/>
            <a:ext cx="3573320" cy="137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2. </a:t>
            </a: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Initial multi-material FE analysis and response recovery</a:t>
            </a:r>
            <a:endParaRPr sz="1000" b="1" dirty="0">
              <a:solidFill>
                <a:srgbClr val="202428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0" name="fe-body">
            <a:extLst>
              <a:ext uri="{FF2B5EF4-FFF2-40B4-BE49-F238E27FC236}">
                <a16:creationId xmlns:a16="http://schemas.microsoft.com/office/drawing/2014/main" id="{4916DEAC-BFDC-4EB6-BA97-ADF828BFDFA8}"/>
              </a:ext>
            </a:extLst>
          </p:cNvPr>
          <p:cNvSpPr>
            <a:spLocks noGrp="1"/>
          </p:cNvSpPr>
          <p:nvPr/>
        </p:nvSpPr>
        <p:spPr>
          <a:xfrm>
            <a:off x="2830483" y="1782796"/>
            <a:ext cx="3573320" cy="108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Displacement, compliance, principal stresses, and von Mises stress</a:t>
            </a:r>
          </a:p>
        </p:txBody>
      </p:sp>
      <p:sp>
        <p:nvSpPr>
          <p:cNvPr id="61" name="fe-code">
            <a:extLst>
              <a:ext uri="{FF2B5EF4-FFF2-40B4-BE49-F238E27FC236}">
                <a16:creationId xmlns:a16="http://schemas.microsoft.com/office/drawing/2014/main" id="{B24A9DE1-4D28-4383-98C2-82D555A9A5C4}"/>
              </a:ext>
            </a:extLst>
          </p:cNvPr>
          <p:cNvSpPr>
            <a:spLocks noGrp="1"/>
          </p:cNvSpPr>
          <p:nvPr/>
        </p:nvSpPr>
        <p:spPr>
          <a:xfrm>
            <a:off x="2830483" y="1916348"/>
            <a:ext cx="3573320" cy="1046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FE_displacement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,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 </a:t>
            </a: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FE_vectorized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,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 </a:t>
            </a: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element_compliance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2" name="util-heading">
            <a:extLst>
              <a:ext uri="{FF2B5EF4-FFF2-40B4-BE49-F238E27FC236}">
                <a16:creationId xmlns:a16="http://schemas.microsoft.com/office/drawing/2014/main" id="{E4A3AC19-4475-4F85-9313-7636AB390F8E}"/>
              </a:ext>
            </a:extLst>
          </p:cNvPr>
          <p:cNvSpPr>
            <a:spLocks noGrp="1"/>
          </p:cNvSpPr>
          <p:nvPr/>
        </p:nvSpPr>
        <p:spPr>
          <a:xfrm>
            <a:off x="2830483" y="2273678"/>
            <a:ext cx="3573320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3. Material-utilization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util-body">
                <a:extLst>
                  <a:ext uri="{FF2B5EF4-FFF2-40B4-BE49-F238E27FC236}">
                    <a16:creationId xmlns:a16="http://schemas.microsoft.com/office/drawing/2014/main" id="{4E65AD0E-213F-4861-B873-A00BE62922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830483" y="2418053"/>
                <a:ext cx="3573320" cy="108282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14438" tIns="7219" rIns="14438" bIns="7219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  <a:defRPr sz="1725" b="0" i="0">
                    <a:solidFill>
                      <a:srgbClr val="2F363B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000" dirty="0"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rPr>
                  <a:t>Stress-state classification and element-wise utilization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  <a:ea typeface="Arial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  <a:ea typeface="Arial"/>
                        <a:cs typeface="Times New Roman" panose="02020603050405020304" pitchFamily="18" charset="0"/>
                      </a:rPr>
                      <m:t>ᵢ</m:t>
                    </m:r>
                  </m:oMath>
                </a14:m>
                <a:endParaRPr sz="1000" dirty="0"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util-body">
                <a:extLst>
                  <a:ext uri="{FF2B5EF4-FFF2-40B4-BE49-F238E27FC236}">
                    <a16:creationId xmlns:a16="http://schemas.microsoft.com/office/drawing/2014/main" id="{4E65AD0E-213F-4861-B873-A00BE6292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483" y="2418053"/>
                <a:ext cx="3573320" cy="108282"/>
              </a:xfrm>
              <a:prstGeom prst="rect">
                <a:avLst/>
              </a:prstGeom>
              <a:blipFill>
                <a:blip r:embed="rId2"/>
                <a:stretch>
                  <a:fillRect t="-64706" b="-1000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util-code">
            <a:extLst>
              <a:ext uri="{FF2B5EF4-FFF2-40B4-BE49-F238E27FC236}">
                <a16:creationId xmlns:a16="http://schemas.microsoft.com/office/drawing/2014/main" id="{FC77A1BD-A7EF-4DA5-A1BC-BF8B4DAFB6F8}"/>
              </a:ext>
            </a:extLst>
          </p:cNvPr>
          <p:cNvSpPr>
            <a:spLocks noGrp="1"/>
          </p:cNvSpPr>
          <p:nvPr/>
        </p:nvSpPr>
        <p:spPr>
          <a:xfrm>
            <a:off x="2830483" y="2537165"/>
            <a:ext cx="3573320" cy="974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update_material_utilization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5" name="filter-heading">
            <a:extLst>
              <a:ext uri="{FF2B5EF4-FFF2-40B4-BE49-F238E27FC236}">
                <a16:creationId xmlns:a16="http://schemas.microsoft.com/office/drawing/2014/main" id="{7FCAFAA7-BC14-4E9D-BFDB-FB270AF98128}"/>
              </a:ext>
            </a:extLst>
          </p:cNvPr>
          <p:cNvSpPr>
            <a:spLocks noGrp="1"/>
          </p:cNvSpPr>
          <p:nvPr/>
        </p:nvSpPr>
        <p:spPr>
          <a:xfrm>
            <a:off x="2838714" y="2810289"/>
            <a:ext cx="3573320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4. Spatial filtering and history averaging</a:t>
            </a:r>
          </a:p>
        </p:txBody>
      </p:sp>
      <p:sp>
        <p:nvSpPr>
          <p:cNvPr id="66" name="filter-body">
            <a:extLst>
              <a:ext uri="{FF2B5EF4-FFF2-40B4-BE49-F238E27FC236}">
                <a16:creationId xmlns:a16="http://schemas.microsoft.com/office/drawing/2014/main" id="{96AC7933-669E-4F5C-A5F6-F919C7182551}"/>
              </a:ext>
            </a:extLst>
          </p:cNvPr>
          <p:cNvSpPr>
            <a:spLocks noGrp="1"/>
          </p:cNvSpPr>
          <p:nvPr/>
        </p:nvSpPr>
        <p:spPr>
          <a:xfrm>
            <a:off x="2838714" y="2945640"/>
            <a:ext cx="3573320" cy="101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Filtered stress-state and utilization fields</a:t>
            </a:r>
          </a:p>
        </p:txBody>
      </p:sp>
      <p:sp>
        <p:nvSpPr>
          <p:cNvPr id="67" name="filter-code">
            <a:extLst>
              <a:ext uri="{FF2B5EF4-FFF2-40B4-BE49-F238E27FC236}">
                <a16:creationId xmlns:a16="http://schemas.microsoft.com/office/drawing/2014/main" id="{CD75703F-8D2D-4090-BB3D-9022BA3F94EA}"/>
              </a:ext>
            </a:extLst>
          </p:cNvPr>
          <p:cNvSpPr>
            <a:spLocks noGrp="1"/>
          </p:cNvSpPr>
          <p:nvPr/>
        </p:nvSpPr>
        <p:spPr>
          <a:xfrm>
            <a:off x="2838714" y="3060530"/>
            <a:ext cx="3573320" cy="938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apply_filter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8" name="update-heading">
            <a:extLst>
              <a:ext uri="{FF2B5EF4-FFF2-40B4-BE49-F238E27FC236}">
                <a16:creationId xmlns:a16="http://schemas.microsoft.com/office/drawing/2014/main" id="{688D70D3-0855-4FA2-81FA-202DA14F47CD}"/>
              </a:ext>
            </a:extLst>
          </p:cNvPr>
          <p:cNvSpPr>
            <a:spLocks noGrp="1"/>
          </p:cNvSpPr>
          <p:nvPr/>
        </p:nvSpPr>
        <p:spPr>
          <a:xfrm>
            <a:off x="2830483" y="3356502"/>
            <a:ext cx="3573320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5. Target-volume and solid–void update</a:t>
            </a:r>
          </a:p>
        </p:txBody>
      </p:sp>
      <p:sp>
        <p:nvSpPr>
          <p:cNvPr id="69" name="update-body">
            <a:extLst>
              <a:ext uri="{FF2B5EF4-FFF2-40B4-BE49-F238E27FC236}">
                <a16:creationId xmlns:a16="http://schemas.microsoft.com/office/drawing/2014/main" id="{857E00AC-7AAB-4F5B-9D14-7D954BE9EF60}"/>
              </a:ext>
            </a:extLst>
          </p:cNvPr>
          <p:cNvSpPr>
            <a:spLocks noGrp="1"/>
          </p:cNvSpPr>
          <p:nvPr/>
        </p:nvSpPr>
        <p:spPr>
          <a:xfrm>
            <a:off x="2813673" y="3515057"/>
            <a:ext cx="3655327" cy="119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lang="en-US" sz="1000" spc="-5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Rank history-averaged scores and select the elements retained in the next design</a:t>
            </a:r>
          </a:p>
        </p:txBody>
      </p:sp>
      <p:sp>
        <p:nvSpPr>
          <p:cNvPr id="70" name="update-code">
            <a:extLst>
              <a:ext uri="{FF2B5EF4-FFF2-40B4-BE49-F238E27FC236}">
                <a16:creationId xmlns:a16="http://schemas.microsoft.com/office/drawing/2014/main" id="{174DD495-8F57-4CEB-A47B-2CD24BAD46B5}"/>
              </a:ext>
            </a:extLst>
          </p:cNvPr>
          <p:cNvSpPr>
            <a:spLocks noGrp="1"/>
          </p:cNvSpPr>
          <p:nvPr/>
        </p:nvSpPr>
        <p:spPr>
          <a:xfrm>
            <a:off x="2838714" y="3670519"/>
            <a:ext cx="3573320" cy="101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select_keep_mask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, 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optional </a:t>
            </a: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even_keep_count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 adjustment</a:t>
            </a:r>
          </a:p>
        </p:txBody>
      </p:sp>
      <p:sp>
        <p:nvSpPr>
          <p:cNvPr id="71" name="reassignment-heading">
            <a:extLst>
              <a:ext uri="{FF2B5EF4-FFF2-40B4-BE49-F238E27FC236}">
                <a16:creationId xmlns:a16="http://schemas.microsoft.com/office/drawing/2014/main" id="{7067A9BB-7FD3-4279-8A6B-CF56EA66F4E8}"/>
              </a:ext>
            </a:extLst>
          </p:cNvPr>
          <p:cNvSpPr>
            <a:spLocks noGrp="1"/>
          </p:cNvSpPr>
          <p:nvPr/>
        </p:nvSpPr>
        <p:spPr>
          <a:xfrm>
            <a:off x="2830483" y="3990556"/>
            <a:ext cx="3573320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6. Material reassignment</a:t>
            </a:r>
          </a:p>
        </p:txBody>
      </p:sp>
      <p:sp>
        <p:nvSpPr>
          <p:cNvPr id="72" name="reassignment-body">
            <a:extLst>
              <a:ext uri="{FF2B5EF4-FFF2-40B4-BE49-F238E27FC236}">
                <a16:creationId xmlns:a16="http://schemas.microsoft.com/office/drawing/2014/main" id="{1B1A1D9C-9912-4DFE-B3F0-08480A9C7B35}"/>
              </a:ext>
            </a:extLst>
          </p:cNvPr>
          <p:cNvSpPr>
            <a:spLocks noGrp="1"/>
          </p:cNvSpPr>
          <p:nvPr/>
        </p:nvSpPr>
        <p:spPr>
          <a:xfrm>
            <a:off x="2830483" y="4138543"/>
            <a:ext cx="3573320" cy="1191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Update mᵢ using the filtered stress state and obtain a new design</a:t>
            </a:r>
          </a:p>
        </p:txBody>
      </p:sp>
      <p:sp>
        <p:nvSpPr>
          <p:cNvPr id="73" name="convergence-heading">
            <a:extLst>
              <a:ext uri="{FF2B5EF4-FFF2-40B4-BE49-F238E27FC236}">
                <a16:creationId xmlns:a16="http://schemas.microsoft.com/office/drawing/2014/main" id="{4AF135A6-7FA9-4983-9BF3-6C856E5018A9}"/>
              </a:ext>
            </a:extLst>
          </p:cNvPr>
          <p:cNvSpPr>
            <a:spLocks noGrp="1"/>
          </p:cNvSpPr>
          <p:nvPr/>
        </p:nvSpPr>
        <p:spPr>
          <a:xfrm>
            <a:off x="3632785" y="5120407"/>
            <a:ext cx="1985178" cy="2815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8</a:t>
            </a: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 </a:t>
            </a: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Stopping criteria satisfied</a:t>
            </a: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74" name="no-label">
            <a:extLst>
              <a:ext uri="{FF2B5EF4-FFF2-40B4-BE49-F238E27FC236}">
                <a16:creationId xmlns:a16="http://schemas.microsoft.com/office/drawing/2014/main" id="{9D14B889-A05D-4534-A5F6-ED0BAF96D51A}"/>
              </a:ext>
            </a:extLst>
          </p:cNvPr>
          <p:cNvSpPr>
            <a:spLocks noGrp="1"/>
          </p:cNvSpPr>
          <p:nvPr/>
        </p:nvSpPr>
        <p:spPr>
          <a:xfrm>
            <a:off x="2855246" y="5031561"/>
            <a:ext cx="223784" cy="1155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75" name="yes-label">
            <a:extLst>
              <a:ext uri="{FF2B5EF4-FFF2-40B4-BE49-F238E27FC236}">
                <a16:creationId xmlns:a16="http://schemas.microsoft.com/office/drawing/2014/main" id="{F8AC0F8F-E157-44DD-8538-AA7857382874}"/>
              </a:ext>
            </a:extLst>
          </p:cNvPr>
          <p:cNvSpPr>
            <a:spLocks noGrp="1"/>
          </p:cNvSpPr>
          <p:nvPr/>
        </p:nvSpPr>
        <p:spPr>
          <a:xfrm>
            <a:off x="4692941" y="5465109"/>
            <a:ext cx="245440" cy="1155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76" name="final-heading">
            <a:extLst>
              <a:ext uri="{FF2B5EF4-FFF2-40B4-BE49-F238E27FC236}">
                <a16:creationId xmlns:a16="http://schemas.microsoft.com/office/drawing/2014/main" id="{2265A40D-C836-4281-A7E1-E65984F16931}"/>
              </a:ext>
            </a:extLst>
          </p:cNvPr>
          <p:cNvSpPr>
            <a:spLocks noGrp="1"/>
          </p:cNvSpPr>
          <p:nvPr/>
        </p:nvSpPr>
        <p:spPr>
          <a:xfrm>
            <a:off x="2830483" y="5670845"/>
            <a:ext cx="3573320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9</a:t>
            </a: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 Final-response evaluation and result assembly</a:t>
            </a:r>
          </a:p>
        </p:txBody>
      </p:sp>
      <p:sp>
        <p:nvSpPr>
          <p:cNvPr id="77" name="final-body">
            <a:extLst>
              <a:ext uri="{FF2B5EF4-FFF2-40B4-BE49-F238E27FC236}">
                <a16:creationId xmlns:a16="http://schemas.microsoft.com/office/drawing/2014/main" id="{C8D328C8-1FAA-4FED-98B2-DA7E21970887}"/>
              </a:ext>
            </a:extLst>
          </p:cNvPr>
          <p:cNvSpPr>
            <a:spLocks noGrp="1"/>
          </p:cNvSpPr>
          <p:nvPr/>
        </p:nvSpPr>
        <p:spPr>
          <a:xfrm>
            <a:off x="2830483" y="5818830"/>
            <a:ext cx="3573320" cy="1082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Final material layout, displacement, stresses, utilization, and histories</a:t>
            </a:r>
          </a:p>
        </p:txBody>
      </p:sp>
      <p:sp>
        <p:nvSpPr>
          <p:cNvPr id="78" name="final-code">
            <a:extLst>
              <a:ext uri="{FF2B5EF4-FFF2-40B4-BE49-F238E27FC236}">
                <a16:creationId xmlns:a16="http://schemas.microsoft.com/office/drawing/2014/main" id="{82DB80B7-2112-49C0-9954-D63CCA624768}"/>
              </a:ext>
            </a:extLst>
          </p:cNvPr>
          <p:cNvSpPr>
            <a:spLocks noGrp="1"/>
          </p:cNvSpPr>
          <p:nvPr/>
        </p:nvSpPr>
        <p:spPr>
          <a:xfrm>
            <a:off x="2830483" y="5954547"/>
            <a:ext cx="3573320" cy="101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lang="en-US"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build_design_response_from_analysis</a:t>
            </a: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()</a:t>
            </a:r>
            <a:endParaRPr sz="1000" dirty="0">
              <a:solidFill>
                <a:srgbClr val="2F363B"/>
              </a:solidFill>
              <a:latin typeface="Times New Roman" panose="02020603050405020304" pitchFamily="18" charset="0"/>
              <a:ea typeface="Consolas"/>
              <a:cs typeface="Times New Roman" panose="02020603050405020304" pitchFamily="18" charset="0"/>
            </a:endParaRPr>
          </a:p>
        </p:txBody>
      </p:sp>
      <p:sp>
        <p:nvSpPr>
          <p:cNvPr id="79" name="user-heading">
            <a:extLst>
              <a:ext uri="{FF2B5EF4-FFF2-40B4-BE49-F238E27FC236}">
                <a16:creationId xmlns:a16="http://schemas.microsoft.com/office/drawing/2014/main" id="{07506254-A6C0-4FF6-9501-D93945A8A892}"/>
              </a:ext>
            </a:extLst>
          </p:cNvPr>
          <p:cNvSpPr>
            <a:spLocks noGrp="1"/>
          </p:cNvSpPr>
          <p:nvPr/>
        </p:nvSpPr>
        <p:spPr>
          <a:xfrm>
            <a:off x="7330752" y="448918"/>
            <a:ext cx="1876895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80" name="user-code">
            <a:extLst>
              <a:ext uri="{FF2B5EF4-FFF2-40B4-BE49-F238E27FC236}">
                <a16:creationId xmlns:a16="http://schemas.microsoft.com/office/drawing/2014/main" id="{8C9597D6-73F3-4377-8934-9224038E5B41}"/>
              </a:ext>
            </a:extLst>
          </p:cNvPr>
          <p:cNvSpPr>
            <a:spLocks noGrp="1"/>
          </p:cNvSpPr>
          <p:nvPr/>
        </p:nvSpPr>
        <p:spPr>
          <a:xfrm>
            <a:off x="7330752" y="589686"/>
            <a:ext cx="1876895" cy="1046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nelx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, </a:t>
            </a: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nely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, </a:t>
            </a: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volfrac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, er, options</a:t>
            </a:r>
          </a:p>
        </p:txBody>
      </p:sp>
      <p:sp>
        <p:nvSpPr>
          <p:cNvPr id="83" name="examples-heading">
            <a:extLst>
              <a:ext uri="{FF2B5EF4-FFF2-40B4-BE49-F238E27FC236}">
                <a16:creationId xmlns:a16="http://schemas.microsoft.com/office/drawing/2014/main" id="{008C023E-DB82-452D-947A-8D75F3A4E011}"/>
              </a:ext>
            </a:extLst>
          </p:cNvPr>
          <p:cNvSpPr>
            <a:spLocks noGrp="1"/>
          </p:cNvSpPr>
          <p:nvPr/>
        </p:nvSpPr>
        <p:spPr>
          <a:xfrm>
            <a:off x="7195401" y="1162114"/>
            <a:ext cx="2147595" cy="2949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Example</a:t>
            </a: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s/Direct function call</a:t>
            </a:r>
          </a:p>
        </p:txBody>
      </p:sp>
      <p:sp>
        <p:nvSpPr>
          <p:cNvPr id="89" name="standard-heading">
            <a:extLst>
              <a:ext uri="{FF2B5EF4-FFF2-40B4-BE49-F238E27FC236}">
                <a16:creationId xmlns:a16="http://schemas.microsoft.com/office/drawing/2014/main" id="{D3FF5D43-D4C8-450C-AA1C-B315BD700683}"/>
              </a:ext>
            </a:extLst>
          </p:cNvPr>
          <p:cNvSpPr>
            <a:spLocks noGrp="1"/>
          </p:cNvSpPr>
          <p:nvPr/>
        </p:nvSpPr>
        <p:spPr>
          <a:xfrm>
            <a:off x="8436331" y="2180623"/>
            <a:ext cx="949773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Standard solver</a:t>
            </a:r>
          </a:p>
        </p:txBody>
      </p:sp>
      <p:sp>
        <p:nvSpPr>
          <p:cNvPr id="90" name="standard-code">
            <a:extLst>
              <a:ext uri="{FF2B5EF4-FFF2-40B4-BE49-F238E27FC236}">
                <a16:creationId xmlns:a16="http://schemas.microsoft.com/office/drawing/2014/main" id="{73DD4B0E-7F1F-4F7E-8C8F-7BA058BC75D9}"/>
              </a:ext>
            </a:extLst>
          </p:cNvPr>
          <p:cNvSpPr>
            <a:spLocks noGrp="1"/>
          </p:cNvSpPr>
          <p:nvPr/>
        </p:nvSpPr>
        <p:spPr>
          <a:xfrm>
            <a:off x="8436331" y="2415233"/>
            <a:ext cx="949773" cy="101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mbeso.m</a:t>
            </a:r>
            <a:endParaRPr sz="1000" dirty="0">
              <a:solidFill>
                <a:srgbClr val="2F363B"/>
              </a:solidFill>
              <a:latin typeface="Times New Roman" panose="02020603050405020304" pitchFamily="18" charset="0"/>
              <a:ea typeface="Consolas"/>
              <a:cs typeface="Times New Roman" panose="02020603050405020304" pitchFamily="18" charset="0"/>
            </a:endParaRPr>
          </a:p>
        </p:txBody>
      </p:sp>
      <p:sp>
        <p:nvSpPr>
          <p:cNvPr id="91" name="extended-heading">
            <a:extLst>
              <a:ext uri="{FF2B5EF4-FFF2-40B4-BE49-F238E27FC236}">
                <a16:creationId xmlns:a16="http://schemas.microsoft.com/office/drawing/2014/main" id="{73106E46-C04D-491B-952B-40947D2C31A4}"/>
              </a:ext>
            </a:extLst>
          </p:cNvPr>
          <p:cNvSpPr>
            <a:spLocks noGrp="1"/>
          </p:cNvSpPr>
          <p:nvPr/>
        </p:nvSpPr>
        <p:spPr>
          <a:xfrm>
            <a:off x="7222471" y="2181556"/>
            <a:ext cx="1064777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Extended solver</a:t>
            </a:r>
          </a:p>
        </p:txBody>
      </p:sp>
      <p:sp>
        <p:nvSpPr>
          <p:cNvPr id="92" name="extended-code">
            <a:extLst>
              <a:ext uri="{FF2B5EF4-FFF2-40B4-BE49-F238E27FC236}">
                <a16:creationId xmlns:a16="http://schemas.microsoft.com/office/drawing/2014/main" id="{66F4B524-7CCE-40C0-81B5-7BB819FE2341}"/>
              </a:ext>
            </a:extLst>
          </p:cNvPr>
          <p:cNvSpPr>
            <a:spLocks noGrp="1"/>
          </p:cNvSpPr>
          <p:nvPr/>
        </p:nvSpPr>
        <p:spPr>
          <a:xfrm>
            <a:off x="7150280" y="2325738"/>
            <a:ext cx="1209154" cy="1627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mbeso_fixed_solid.m</a:t>
            </a:r>
            <a:endParaRPr sz="1000" dirty="0">
              <a:solidFill>
                <a:srgbClr val="2F363B"/>
              </a:solidFill>
              <a:latin typeface="Times New Roman" panose="02020603050405020304" pitchFamily="18" charset="0"/>
              <a:ea typeface="Consolas"/>
              <a:cs typeface="Times New Roman" panose="02020603050405020304" pitchFamily="18" charset="0"/>
            </a:endParaRPr>
          </a:p>
        </p:txBody>
      </p:sp>
      <p:sp>
        <p:nvSpPr>
          <p:cNvPr id="95" name="extended-step-5">
            <a:extLst>
              <a:ext uri="{FF2B5EF4-FFF2-40B4-BE49-F238E27FC236}">
                <a16:creationId xmlns:a16="http://schemas.microsoft.com/office/drawing/2014/main" id="{13491B11-DA89-4294-9DA7-3AA859D2B9AF}"/>
              </a:ext>
            </a:extLst>
          </p:cNvPr>
          <p:cNvSpPr>
            <a:spLocks noGrp="1"/>
          </p:cNvSpPr>
          <p:nvPr/>
        </p:nvSpPr>
        <p:spPr>
          <a:xfrm>
            <a:off x="6678000" y="3396393"/>
            <a:ext cx="720000" cy="36000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  <a:prstDash val="solid"/>
          </a:ln>
          <a:effectLst/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B36A20"/>
                </a:solidFill>
                <a:latin typeface="Arial"/>
                <a:ea typeface="Arial"/>
                <a:cs typeface="Arial"/>
              </a:defRPr>
            </a:pPr>
            <a:r>
              <a:rPr lang="en-US" sz="900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Design </a:t>
            </a:r>
            <a:r>
              <a:rPr sz="900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masks </a:t>
            </a:r>
            <a:endParaRPr lang="en-US" sz="900" dirty="0">
              <a:solidFill>
                <a:srgbClr val="FF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1500" b="0" i="0">
                <a:solidFill>
                  <a:srgbClr val="B36A2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→ Step 5</a:t>
            </a:r>
          </a:p>
        </p:txBody>
      </p:sp>
      <p:sp>
        <p:nvSpPr>
          <p:cNvPr id="96" name="extended-step-2">
            <a:extLst>
              <a:ext uri="{FF2B5EF4-FFF2-40B4-BE49-F238E27FC236}">
                <a16:creationId xmlns:a16="http://schemas.microsoft.com/office/drawing/2014/main" id="{6D55ED40-BD0F-4922-9146-E9251227CE8C}"/>
              </a:ext>
            </a:extLst>
          </p:cNvPr>
          <p:cNvSpPr>
            <a:spLocks noGrp="1"/>
          </p:cNvSpPr>
          <p:nvPr/>
        </p:nvSpPr>
        <p:spPr>
          <a:xfrm>
            <a:off x="6678000" y="1664027"/>
            <a:ext cx="720000" cy="360000"/>
          </a:xfrm>
          <a:prstGeom prst="rect">
            <a:avLst/>
          </a:prstGeom>
          <a:solidFill>
            <a:schemeClr val="bg1"/>
          </a:solidFill>
          <a:ln w="0">
            <a:solidFill>
              <a:srgbClr val="FF0000"/>
            </a:solidFill>
            <a:prstDash val="solid"/>
          </a:ln>
          <a:effectLst/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B36A20"/>
                </a:solidFill>
                <a:latin typeface="Arial"/>
                <a:ea typeface="Arial"/>
                <a:cs typeface="Arial"/>
              </a:defRPr>
            </a:pPr>
            <a:r>
              <a:rPr lang="en-US" sz="900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</a:t>
            </a:r>
            <a:r>
              <a:rPr sz="900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elf-weight </a:t>
            </a:r>
            <a:endParaRPr lang="en-US" sz="900" dirty="0">
              <a:solidFill>
                <a:srgbClr val="FF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1500" b="0" i="0">
                <a:solidFill>
                  <a:srgbClr val="B36A20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→ Step 2</a:t>
            </a:r>
            <a:r>
              <a:rPr lang="en-US" sz="900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&amp; 7</a:t>
            </a:r>
            <a:endParaRPr sz="900" dirty="0">
              <a:solidFill>
                <a:srgbClr val="FF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98" name="result-heading">
            <a:extLst>
              <a:ext uri="{FF2B5EF4-FFF2-40B4-BE49-F238E27FC236}">
                <a16:creationId xmlns:a16="http://schemas.microsoft.com/office/drawing/2014/main" id="{2D90B9CF-CB64-4D36-927B-0655BE037EBA}"/>
              </a:ext>
            </a:extLst>
          </p:cNvPr>
          <p:cNvSpPr>
            <a:spLocks noGrp="1"/>
          </p:cNvSpPr>
          <p:nvPr/>
        </p:nvSpPr>
        <p:spPr>
          <a:xfrm>
            <a:off x="7345929" y="4201487"/>
            <a:ext cx="1861717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Returned result structure</a:t>
            </a:r>
          </a:p>
        </p:txBody>
      </p:sp>
      <p:sp>
        <p:nvSpPr>
          <p:cNvPr id="101" name="visualization-heading">
            <a:extLst>
              <a:ext uri="{FF2B5EF4-FFF2-40B4-BE49-F238E27FC236}">
                <a16:creationId xmlns:a16="http://schemas.microsoft.com/office/drawing/2014/main" id="{973E5BBE-7D70-4042-865F-696E8A0A0FD2}"/>
              </a:ext>
            </a:extLst>
          </p:cNvPr>
          <p:cNvSpPr>
            <a:spLocks noGrp="1"/>
          </p:cNvSpPr>
          <p:nvPr/>
        </p:nvSpPr>
        <p:spPr>
          <a:xfrm>
            <a:off x="7149794" y="5081852"/>
            <a:ext cx="2235824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</a:t>
            </a:r>
            <a:r>
              <a:rPr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isualization</a:t>
            </a: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/Export</a:t>
            </a:r>
            <a:endParaRPr sz="1000" b="1" dirty="0">
              <a:solidFill>
                <a:srgbClr val="202428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2" name="visualization-body">
            <a:extLst>
              <a:ext uri="{FF2B5EF4-FFF2-40B4-BE49-F238E27FC236}">
                <a16:creationId xmlns:a16="http://schemas.microsoft.com/office/drawing/2014/main" id="{41404EE6-4903-477B-A9FD-E81679DF4393}"/>
              </a:ext>
            </a:extLst>
          </p:cNvPr>
          <p:cNvSpPr>
            <a:spLocks noGrp="1"/>
          </p:cNvSpPr>
          <p:nvPr/>
        </p:nvSpPr>
        <p:spPr>
          <a:xfrm>
            <a:off x="7345933" y="5226563"/>
            <a:ext cx="1861714" cy="10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500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lang="en-US" altLang="ko-KR" sz="1000" dirty="0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Plots, history, reports, MAT-files</a:t>
            </a:r>
          </a:p>
        </p:txBody>
      </p:sp>
      <p:sp>
        <p:nvSpPr>
          <p:cNvPr id="107" name="legend-runtime-label">
            <a:extLst>
              <a:ext uri="{FF2B5EF4-FFF2-40B4-BE49-F238E27FC236}">
                <a16:creationId xmlns:a16="http://schemas.microsoft.com/office/drawing/2014/main" id="{05E6E67D-639E-4040-88F0-481ABFE29A34}"/>
              </a:ext>
            </a:extLst>
          </p:cNvPr>
          <p:cNvSpPr>
            <a:spLocks noGrp="1"/>
          </p:cNvSpPr>
          <p:nvPr/>
        </p:nvSpPr>
        <p:spPr>
          <a:xfrm>
            <a:off x="7381493" y="5686605"/>
            <a:ext cx="1660331" cy="1948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Runtime call</a:t>
            </a: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/d</a:t>
            </a:r>
            <a:r>
              <a:rPr sz="1000" dirty="0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ata</a:t>
            </a: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return</a:t>
            </a:r>
            <a:endParaRPr sz="1000" dirty="0">
              <a:solidFill>
                <a:srgbClr val="2F363B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14" name="result-code-1">
            <a:extLst>
              <a:ext uri="{FF2B5EF4-FFF2-40B4-BE49-F238E27FC236}">
                <a16:creationId xmlns:a16="http://schemas.microsoft.com/office/drawing/2014/main" id="{A8AE91AD-0532-42D7-92D5-AF10C06D3AE1}"/>
              </a:ext>
            </a:extLst>
          </p:cNvPr>
          <p:cNvSpPr>
            <a:spLocks noGrp="1"/>
          </p:cNvSpPr>
          <p:nvPr/>
        </p:nvSpPr>
        <p:spPr>
          <a:xfrm>
            <a:off x="7150281" y="4331426"/>
            <a:ext cx="2235824" cy="3681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Design variable, response, </a:t>
            </a:r>
          </a:p>
          <a:p>
            <a:pPr algn="ctr">
              <a:lnSpc>
                <a:spcPct val="100000"/>
              </a:lnSpc>
              <a:buNone/>
              <a:defRPr sz="142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lang="en-US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history, settings</a:t>
            </a:r>
            <a:endParaRPr sz="1000" dirty="0">
              <a:solidFill>
                <a:srgbClr val="2F363B"/>
              </a:solidFill>
              <a:latin typeface="Times New Roman" panose="02020603050405020304" pitchFamily="18" charset="0"/>
              <a:ea typeface="Consolas"/>
              <a:cs typeface="Times New Roman" panose="02020603050405020304" pitchFamily="18" charset="0"/>
            </a:endParaRPr>
          </a:p>
        </p:txBody>
      </p: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64E3AD78-A7F2-42F0-8E18-45064FD39C51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rot="16200000" flipH="1">
            <a:off x="8260088" y="1482569"/>
            <a:ext cx="660240" cy="642019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A5DFAC87-9BE2-4F59-B025-FCEB5FFEA81D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rot="5400000">
            <a:off x="7681442" y="1546874"/>
            <a:ext cx="661173" cy="514342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81DF1D37-CC86-4046-ABF7-E6901833E668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8267706" y="4723866"/>
            <a:ext cx="1492" cy="314672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B0ABA8FF-A13C-4EC2-A528-D76F89897428}"/>
              </a:ext>
            </a:extLst>
          </p:cNvPr>
          <p:cNvCxnSpPr>
            <a:cxnSpLocks/>
          </p:cNvCxnSpPr>
          <p:nvPr/>
        </p:nvCxnSpPr>
        <p:spPr>
          <a:xfrm>
            <a:off x="7099389" y="5996296"/>
            <a:ext cx="252000" cy="0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headEnd w="med" len="med"/>
            <a:tailEnd type="triangle" w="med" len="med"/>
          </a:ln>
        </p:spPr>
      </p:cxnSp>
      <p:sp>
        <p:nvSpPr>
          <p:cNvPr id="169" name="legend-runtime-label">
            <a:extLst>
              <a:ext uri="{FF2B5EF4-FFF2-40B4-BE49-F238E27FC236}">
                <a16:creationId xmlns:a16="http://schemas.microsoft.com/office/drawing/2014/main" id="{1FE6007F-1E3A-49AD-A1E9-9F6BB83DFB76}"/>
              </a:ext>
            </a:extLst>
          </p:cNvPr>
          <p:cNvSpPr>
            <a:spLocks noGrp="1"/>
          </p:cNvSpPr>
          <p:nvPr/>
        </p:nvSpPr>
        <p:spPr>
          <a:xfrm>
            <a:off x="7381493" y="5897877"/>
            <a:ext cx="1660331" cy="1948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lang="en-US" altLang="ko-KR" sz="1000" dirty="0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Extended-solver interaction</a:t>
            </a:r>
          </a:p>
        </p:txBody>
      </p:sp>
      <p:sp>
        <p:nvSpPr>
          <p:cNvPr id="213" name="extended-heading">
            <a:extLst>
              <a:ext uri="{FF2B5EF4-FFF2-40B4-BE49-F238E27FC236}">
                <a16:creationId xmlns:a16="http://schemas.microsoft.com/office/drawing/2014/main" id="{8450DC3C-ED4D-4FAA-A570-C2F8D6FBDDF2}"/>
              </a:ext>
            </a:extLst>
          </p:cNvPr>
          <p:cNvSpPr>
            <a:spLocks noGrp="1"/>
          </p:cNvSpPr>
          <p:nvPr/>
        </p:nvSpPr>
        <p:spPr>
          <a:xfrm>
            <a:off x="7149795" y="2529946"/>
            <a:ext cx="1209154" cy="6760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00" dirty="0">
                <a:solidFill>
                  <a:srgbClr val="2F363B"/>
                </a:solidFill>
                <a:latin typeface="Times New Roman" panose="02020603050405020304" pitchFamily="18" charset="0"/>
                <a:ea typeface="Consolas"/>
                <a:cs typeface="Times New Roman" panose="02020603050405020304" pitchFamily="18" charset="0"/>
              </a:rPr>
              <a:t>Options:</a:t>
            </a:r>
          </a:p>
          <a:p>
            <a:pPr algn="ctr">
              <a:defRPr sz="142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fixed_solid_mask</a:t>
            </a:r>
            <a:endParaRPr lang="en-US" altLang="ko-KR" sz="1000" dirty="0">
              <a:solidFill>
                <a:srgbClr val="2F363B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ctr">
              <a:defRPr sz="142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non_design_mask</a:t>
            </a:r>
            <a:endParaRPr lang="en-US" altLang="ko-KR" sz="1000" dirty="0">
              <a:solidFill>
                <a:srgbClr val="2F363B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ctr">
              <a:defRPr sz="1425" b="0" i="0">
                <a:solidFill>
                  <a:srgbClr val="2F363B"/>
                </a:solidFill>
                <a:latin typeface="Consolas"/>
                <a:ea typeface="Consolas"/>
                <a:cs typeface="Consolas"/>
              </a:defRPr>
            </a:pPr>
            <a:r>
              <a:rPr lang="en-US" altLang="ko-KR" sz="1000" dirty="0" err="1">
                <a:solidFill>
                  <a:srgbClr val="2F36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include_self_weight</a:t>
            </a:r>
            <a:endParaRPr lang="en-US" altLang="ko-KR" sz="1000" dirty="0">
              <a:solidFill>
                <a:srgbClr val="2F363B"/>
              </a:solidFill>
              <a:latin typeface="Times New Roman" panose="02020603050405020304" pitchFamily="18" charset="0"/>
              <a:ea typeface="Consolas"/>
              <a:cs typeface="Times New Roman" panose="02020603050405020304" pitchFamily="18" charset="0"/>
            </a:endParaRPr>
          </a:p>
        </p:txBody>
      </p:sp>
      <p:cxnSp>
        <p:nvCxnSpPr>
          <p:cNvPr id="222" name="연결선: 꺾임 221">
            <a:extLst>
              <a:ext uri="{FF2B5EF4-FFF2-40B4-BE49-F238E27FC236}">
                <a16:creationId xmlns:a16="http://schemas.microsoft.com/office/drawing/2014/main" id="{B6640EBA-CD6F-4D51-A67C-57FA718997FE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rot="16200000" flipH="1">
            <a:off x="7564656" y="3454635"/>
            <a:ext cx="893737" cy="513335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연결선: 꺾임 227">
            <a:extLst>
              <a:ext uri="{FF2B5EF4-FFF2-40B4-BE49-F238E27FC236}">
                <a16:creationId xmlns:a16="http://schemas.microsoft.com/office/drawing/2014/main" id="{20B6E48C-77C2-4C26-8C07-5F79EB54C75C}"/>
              </a:ext>
            </a:extLst>
          </p:cNvPr>
          <p:cNvCxnSpPr>
            <a:stCxn id="18" idx="2"/>
            <a:endCxn id="21" idx="0"/>
          </p:cNvCxnSpPr>
          <p:nvPr/>
        </p:nvCxnSpPr>
        <p:spPr>
          <a:xfrm rot="5400000">
            <a:off x="7855394" y="3102347"/>
            <a:ext cx="1468623" cy="643026"/>
          </a:xfrm>
          <a:prstGeom prst="bentConnector3">
            <a:avLst>
              <a:gd name="adj1" fmla="val 69456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lgorithm-material-reassignment">
            <a:extLst>
              <a:ext uri="{FF2B5EF4-FFF2-40B4-BE49-F238E27FC236}">
                <a16:creationId xmlns:a16="http://schemas.microsoft.com/office/drawing/2014/main" id="{4C9466D4-E4FA-8C3B-EE4D-142433C265AA}"/>
              </a:ext>
            </a:extLst>
          </p:cNvPr>
          <p:cNvSpPr>
            <a:spLocks noGrp="1"/>
          </p:cNvSpPr>
          <p:nvPr/>
        </p:nvSpPr>
        <p:spPr>
          <a:xfrm>
            <a:off x="2740250" y="4434515"/>
            <a:ext cx="3753791" cy="474009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3" name="reassignment-heading">
            <a:extLst>
              <a:ext uri="{FF2B5EF4-FFF2-40B4-BE49-F238E27FC236}">
                <a16:creationId xmlns:a16="http://schemas.microsoft.com/office/drawing/2014/main" id="{BD588C66-5170-396D-3622-F1C10E847C26}"/>
              </a:ext>
            </a:extLst>
          </p:cNvPr>
          <p:cNvSpPr>
            <a:spLocks noGrp="1"/>
          </p:cNvSpPr>
          <p:nvPr/>
        </p:nvSpPr>
        <p:spPr>
          <a:xfrm>
            <a:off x="2830483" y="4463765"/>
            <a:ext cx="3573320" cy="129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202428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20242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7. FE analysis of the updated design</a:t>
            </a:r>
            <a:endParaRPr sz="1000" b="1" dirty="0">
              <a:solidFill>
                <a:srgbClr val="202428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4" name="reassignment-body">
            <a:extLst>
              <a:ext uri="{FF2B5EF4-FFF2-40B4-BE49-F238E27FC236}">
                <a16:creationId xmlns:a16="http://schemas.microsoft.com/office/drawing/2014/main" id="{F44D1BCE-7C3B-09B2-84C4-214F8C052878}"/>
              </a:ext>
            </a:extLst>
          </p:cNvPr>
          <p:cNvSpPr>
            <a:spLocks noGrp="1"/>
          </p:cNvSpPr>
          <p:nvPr/>
        </p:nvSpPr>
        <p:spPr>
          <a:xfrm>
            <a:off x="2830483" y="4672712"/>
            <a:ext cx="3573320" cy="1191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4438" tIns="7219" rIns="14438" bIns="7219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lang="en-US"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Update stiffness and loads; compute the updated response</a:t>
            </a:r>
          </a:p>
          <a:p>
            <a:pPr algn="ctr">
              <a:lnSpc>
                <a:spcPct val="100000"/>
              </a:lnSpc>
              <a:buNone/>
              <a:defRPr sz="1725" b="0" i="0">
                <a:solidFill>
                  <a:srgbClr val="2F363B"/>
                </a:solidFill>
                <a:latin typeface="Arial"/>
                <a:ea typeface="Arial"/>
                <a:cs typeface="Arial"/>
              </a:defRPr>
            </a:pPr>
            <a:r>
              <a:rPr lang="en-US" sz="10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FE_vectorized</a:t>
            </a:r>
            <a:r>
              <a:rPr lang="en-US"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(), </a:t>
            </a:r>
            <a:r>
              <a:rPr lang="en-US" sz="10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element_compliance</a:t>
            </a:r>
            <a:r>
              <a:rPr lang="en-US" sz="1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()</a:t>
            </a:r>
            <a:endParaRPr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800A907-4812-E6A0-7EDF-1B8B0E48FEA3}"/>
              </a:ext>
            </a:extLst>
          </p:cNvPr>
          <p:cNvCxnSpPr/>
          <p:nvPr/>
        </p:nvCxnSpPr>
        <p:spPr>
          <a:xfrm>
            <a:off x="4617143" y="4300301"/>
            <a:ext cx="0" cy="133548"/>
          </a:xfrm>
          <a:prstGeom prst="straightConnector1">
            <a:avLst/>
          </a:prstGeom>
          <a:ln w="9525">
            <a:solidFill>
              <a:srgbClr val="3F454A"/>
            </a:solidFill>
            <a:prstDash val="solid"/>
            <a:headEnd w="med" len="med"/>
            <a:tailEnd type="triangle" w="med" len="med"/>
          </a:ln>
        </p:spPr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03EE8407-E911-4332-905A-2ACAC23BC398}"/>
              </a:ext>
            </a:extLst>
          </p:cNvPr>
          <p:cNvCxnSpPr>
            <a:cxnSpLocks/>
            <a:stCxn id="96" idx="1"/>
            <a:endCxn id="8" idx="3"/>
          </p:cNvCxnSpPr>
          <p:nvPr/>
        </p:nvCxnSpPr>
        <p:spPr>
          <a:xfrm flipH="1">
            <a:off x="6494041" y="1844027"/>
            <a:ext cx="183959" cy="131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11B6D342-9A0C-47E8-8CC5-30ED8C12BAB8}"/>
              </a:ext>
            </a:extLst>
          </p:cNvPr>
          <p:cNvCxnSpPr>
            <a:cxnSpLocks/>
            <a:stCxn id="95" idx="0"/>
            <a:endCxn id="96" idx="2"/>
          </p:cNvCxnSpPr>
          <p:nvPr/>
        </p:nvCxnSpPr>
        <p:spPr>
          <a:xfrm flipV="1">
            <a:off x="7038000" y="2024027"/>
            <a:ext cx="0" cy="1372366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31E8F152-1796-4710-B584-3B3E63721952}"/>
              </a:ext>
            </a:extLst>
          </p:cNvPr>
          <p:cNvCxnSpPr>
            <a:cxnSpLocks/>
            <a:stCxn id="95" idx="1"/>
            <a:endCxn id="11" idx="3"/>
          </p:cNvCxnSpPr>
          <p:nvPr/>
        </p:nvCxnSpPr>
        <p:spPr>
          <a:xfrm flipH="1">
            <a:off x="6494041" y="3576393"/>
            <a:ext cx="183959" cy="282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42290FF9-F53B-4F42-B7C5-EB6100B45C58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7038000" y="2699534"/>
            <a:ext cx="112280" cy="0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D833A0F6-AFF7-438D-97F0-D80140B57C20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184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372B89C0-C527-4886-B7CD-45A71BD70610}"/>
              </a:ext>
            </a:extLst>
          </p:cNvPr>
          <p:cNvGrpSpPr/>
          <p:nvPr/>
        </p:nvGrpSpPr>
        <p:grpSpPr>
          <a:xfrm>
            <a:off x="1622223" y="1361210"/>
            <a:ext cx="7621376" cy="3652984"/>
            <a:chOff x="1622223" y="1361210"/>
            <a:chExt cx="7621376" cy="365298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6B9B3486-AF77-EA11-3D31-9B4CED5684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1158" t="10697" r="4850" b="25853"/>
            <a:stretch/>
          </p:blipFill>
          <p:spPr>
            <a:xfrm>
              <a:off x="6434930" y="1701799"/>
              <a:ext cx="2114562" cy="1198079"/>
            </a:xfrm>
            <a:prstGeom prst="rect">
              <a:avLst/>
            </a:prstGeom>
          </p:spPr>
        </p:pic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46FB593E-DB7C-45EE-A624-3E03767B0674}"/>
                </a:ext>
              </a:extLst>
            </p:cNvPr>
            <p:cNvSpPr/>
            <p:nvPr/>
          </p:nvSpPr>
          <p:spPr>
            <a:xfrm rot="5400000">
              <a:off x="2784573" y="2254279"/>
              <a:ext cx="1332000" cy="55844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DE8F433F-61BF-4D52-B9B3-6B58AC3F6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620" r="54463" b="56835"/>
            <a:stretch/>
          </p:blipFill>
          <p:spPr>
            <a:xfrm>
              <a:off x="3331765" y="3216947"/>
              <a:ext cx="2836672" cy="1666824"/>
            </a:xfrm>
            <a:prstGeom prst="rect">
              <a:avLst/>
            </a:prstGeom>
          </p:spPr>
        </p:pic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52ADD79C-7732-4F02-BB28-D0C701A40E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78495" y="1691474"/>
              <a:ext cx="1976400" cy="1184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Cantilever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F3193C9C-FFA7-45C2-AB2F-54A7A21454AC}"/>
                </a:ext>
              </a:extLst>
            </p:cNvPr>
            <p:cNvCxnSpPr>
              <a:cxnSpLocks/>
            </p:cNvCxnSpPr>
            <p:nvPr/>
          </p:nvCxnSpPr>
          <p:spPr>
            <a:xfrm>
              <a:off x="3478495" y="1616201"/>
              <a:ext cx="0" cy="133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화살표 연결선 102">
              <a:extLst>
                <a:ext uri="{FF2B5EF4-FFF2-40B4-BE49-F238E27FC236}">
                  <a16:creationId xmlns:a16="http://schemas.microsoft.com/office/drawing/2014/main" id="{4E2B5A51-140C-458B-8C29-A13747307E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4895" y="2874401"/>
              <a:ext cx="0" cy="252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직선 화살표 연결선 104">
              <a:extLst>
                <a:ext uri="{FF2B5EF4-FFF2-40B4-BE49-F238E27FC236}">
                  <a16:creationId xmlns:a16="http://schemas.microsoft.com/office/drawing/2014/main" id="{14AFB856-3AD8-4596-A230-66BBDD50AA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8496" y="1609536"/>
              <a:ext cx="197639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med"/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직선 화살표 연결선 105">
              <a:extLst>
                <a:ext uri="{FF2B5EF4-FFF2-40B4-BE49-F238E27FC236}">
                  <a16:creationId xmlns:a16="http://schemas.microsoft.com/office/drawing/2014/main" id="{7FB84AFD-74AF-4595-B2A1-86517424C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7019" y="1690495"/>
              <a:ext cx="0" cy="118390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med"/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4114C06-7E90-4430-A5C6-B643A005B95C}"/>
                </a:ext>
              </a:extLst>
            </p:cNvPr>
            <p:cNvSpPr/>
            <p:nvPr/>
          </p:nvSpPr>
          <p:spPr>
            <a:xfrm>
              <a:off x="5454891" y="2880519"/>
              <a:ext cx="838150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1,000 N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55D933E-EEFE-4AF2-A963-E31B91D7B1CD}"/>
                </a:ext>
              </a:extLst>
            </p:cNvPr>
            <p:cNvSpPr/>
            <p:nvPr/>
          </p:nvSpPr>
          <p:spPr>
            <a:xfrm>
              <a:off x="3939542" y="1361210"/>
              <a:ext cx="1013457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1,000 mm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D993077E-AE3C-4899-B19D-52B4F535F739}"/>
                </a:ext>
              </a:extLst>
            </p:cNvPr>
            <p:cNvSpPr/>
            <p:nvPr/>
          </p:nvSpPr>
          <p:spPr>
            <a:xfrm>
              <a:off x="5341306" y="2162319"/>
              <a:ext cx="1013457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600 mm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4F891631-5F8C-41B4-948E-FD128C4920FE}"/>
                </a:ext>
              </a:extLst>
            </p:cNvPr>
            <p:cNvSpPr/>
            <p:nvPr/>
          </p:nvSpPr>
          <p:spPr>
            <a:xfrm>
              <a:off x="3478495" y="4774431"/>
              <a:ext cx="1976396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von Mises stress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46374FD-E6FD-48A0-BB20-1E5A80700972}"/>
                </a:ext>
              </a:extLst>
            </p:cNvPr>
            <p:cNvSpPr/>
            <p:nvPr/>
          </p:nvSpPr>
          <p:spPr>
            <a:xfrm>
              <a:off x="5962650" y="4774431"/>
              <a:ext cx="3207114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Unfiltered signed material utilization</a:t>
              </a: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9176CA5D-3169-4BCB-B115-D4AD2419A5BA}"/>
                </a:ext>
              </a:extLst>
            </p:cNvPr>
            <p:cNvSpPr/>
            <p:nvPr/>
          </p:nvSpPr>
          <p:spPr>
            <a:xfrm>
              <a:off x="3478495" y="3010089"/>
              <a:ext cx="1976396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definition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D251523A-65DF-4C7D-98D6-591D55292791}"/>
                </a:ext>
              </a:extLst>
            </p:cNvPr>
            <p:cNvSpPr/>
            <p:nvPr/>
          </p:nvSpPr>
          <p:spPr>
            <a:xfrm>
              <a:off x="6200777" y="3009930"/>
              <a:ext cx="2486021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Optimized material layout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2ABE93A4-4BED-4AFD-BF39-77D0C0E51D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2467" y="1509533"/>
              <a:ext cx="125178" cy="12516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8B8C5734-055D-4D9A-BDA2-8014CE1C69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2467" y="1746913"/>
              <a:ext cx="125178" cy="12516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01839C6D-84DE-4D93-A2EC-11AED56C5C30}"/>
                </a:ext>
              </a:extLst>
            </p:cNvPr>
            <p:cNvSpPr/>
            <p:nvPr/>
          </p:nvSpPr>
          <p:spPr>
            <a:xfrm>
              <a:off x="7782634" y="1469344"/>
              <a:ext cx="1258972" cy="1804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Compression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C8586AF5-5E88-4B0F-8967-E33B9AEEEB4B}"/>
                </a:ext>
              </a:extLst>
            </p:cNvPr>
            <p:cNvSpPr/>
            <p:nvPr/>
          </p:nvSpPr>
          <p:spPr>
            <a:xfrm>
              <a:off x="7782634" y="1719263"/>
              <a:ext cx="1258972" cy="1804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Tension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89AD2F2-FB54-B093-1C02-22B542EE8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1163" b="57139"/>
            <a:stretch/>
          </p:blipFill>
          <p:spPr>
            <a:xfrm>
              <a:off x="6201361" y="3020630"/>
              <a:ext cx="3042238" cy="1853453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9909DAA-2C7D-4C79-9B65-6272724DCE8D}"/>
                </a:ext>
              </a:extLst>
            </p:cNvPr>
            <p:cNvSpPr>
              <a:spLocks/>
            </p:cNvSpPr>
            <p:nvPr/>
          </p:nvSpPr>
          <p:spPr>
            <a:xfrm>
              <a:off x="3478494" y="1691474"/>
              <a:ext cx="79200" cy="792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89B0140-4239-4F2D-A532-30CED32FAC47}"/>
                </a:ext>
              </a:extLst>
            </p:cNvPr>
            <p:cNvSpPr>
              <a:spLocks/>
            </p:cNvSpPr>
            <p:nvPr/>
          </p:nvSpPr>
          <p:spPr>
            <a:xfrm>
              <a:off x="3478494" y="2798088"/>
              <a:ext cx="79200" cy="792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2065323-B3BE-41FE-B845-20ADEB77EA49}"/>
                </a:ext>
              </a:extLst>
            </p:cNvPr>
            <p:cNvSpPr>
              <a:spLocks/>
            </p:cNvSpPr>
            <p:nvPr/>
          </p:nvSpPr>
          <p:spPr>
            <a:xfrm>
              <a:off x="5375690" y="2798088"/>
              <a:ext cx="79200" cy="79200"/>
            </a:xfrm>
            <a:prstGeom prst="rect">
              <a:avLst/>
            </a:prstGeom>
            <a:pattFill prst="dkUpDiag">
              <a:fgClr>
                <a:srgbClr val="FF0000"/>
              </a:fgClr>
              <a:bgClr>
                <a:schemeClr val="bg1"/>
              </a:bgClr>
            </a:patt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4D8615A-367A-4D7F-97DE-4C6FF908E661}"/>
                </a:ext>
              </a:extLst>
            </p:cNvPr>
            <p:cNvSpPr/>
            <p:nvPr/>
          </p:nvSpPr>
          <p:spPr>
            <a:xfrm>
              <a:off x="3497218" y="1696930"/>
              <a:ext cx="381868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ko-KR" sz="16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6AFAA96F-B164-44F0-89CF-603404C4032A}"/>
                </a:ext>
              </a:extLst>
            </p:cNvPr>
            <p:cNvSpPr/>
            <p:nvPr/>
          </p:nvSpPr>
          <p:spPr>
            <a:xfrm>
              <a:off x="3497218" y="2583482"/>
              <a:ext cx="381868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ko-KR" sz="16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7634062-3AA9-40DE-B20D-C37AC28D52B5}"/>
                </a:ext>
              </a:extLst>
            </p:cNvPr>
            <p:cNvSpPr/>
            <p:nvPr/>
          </p:nvSpPr>
          <p:spPr>
            <a:xfrm>
              <a:off x="5092504" y="2583482"/>
              <a:ext cx="381868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ko-KR" altLang="en-US" sz="1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A191F5C-E86E-4D32-8FC0-C7B7C6E453E4}"/>
                </a:ext>
              </a:extLst>
            </p:cNvPr>
            <p:cNvGrpSpPr/>
            <p:nvPr/>
          </p:nvGrpSpPr>
          <p:grpSpPr>
            <a:xfrm>
              <a:off x="1622223" y="1420221"/>
              <a:ext cx="1412947" cy="824099"/>
              <a:chOff x="1065794" y="1497205"/>
              <a:chExt cx="1412947" cy="824099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D54D267E-E7CE-4FFB-96D4-DFBD9AC8C2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36426" y="1826612"/>
                <a:ext cx="494692" cy="494692"/>
              </a:xfrm>
              <a:prstGeom prst="rect">
                <a:avLst/>
              </a:prstGeom>
              <a:pattFill prst="dkUpDiag">
                <a:fgClr>
                  <a:srgbClr val="FF0000"/>
                </a:fgClr>
                <a:bgClr>
                  <a:schemeClr val="bg1"/>
                </a:bgClr>
              </a:patt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22B28710-68CE-4963-8D46-57FA79FA52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36426" y="1759759"/>
                <a:ext cx="49469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sm" len="med"/>
                <a:tailEnd type="triangl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E2E4FA13-DB83-4806-AA40-6527531192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0343" y="1826960"/>
                <a:ext cx="0" cy="4932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sm" len="med"/>
                <a:tailEnd type="triangle" w="sm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C57A04BC-F2D0-4A76-9DDE-42594DF18CC9}"/>
                  </a:ext>
                </a:extLst>
              </p:cNvPr>
              <p:cNvSpPr/>
              <p:nvPr/>
            </p:nvSpPr>
            <p:spPr>
              <a:xfrm>
                <a:off x="1715591" y="1497205"/>
                <a:ext cx="763150" cy="2397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ko-KR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 mm</a:t>
                </a:r>
                <a:endParaRPr lang="ko-KR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8FE21649-0A05-4583-9106-7937C49105F6}"/>
                  </a:ext>
                </a:extLst>
              </p:cNvPr>
              <p:cNvSpPr/>
              <p:nvPr/>
            </p:nvSpPr>
            <p:spPr>
              <a:xfrm>
                <a:off x="1065794" y="1925106"/>
                <a:ext cx="763150" cy="2397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 mm</a:t>
                </a:r>
                <a:endParaRPr lang="ko-KR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BAFC1AE6-81D3-4783-A013-8D4851EEDB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92855" y="2243176"/>
              <a:ext cx="1085867" cy="634890"/>
            </a:xfrm>
            <a:prstGeom prst="straightConnector1">
              <a:avLst/>
            </a:prstGeom>
            <a:ln w="6350">
              <a:solidFill>
                <a:srgbClr val="FF0000"/>
              </a:solidFill>
              <a:prstDash val="dash"/>
              <a:headEnd type="none" w="sm" len="med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E90534EB-6879-4C65-9527-AB102067AD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87547" y="1746913"/>
              <a:ext cx="670148" cy="1047875"/>
            </a:xfrm>
            <a:prstGeom prst="straightConnector1">
              <a:avLst/>
            </a:prstGeom>
            <a:ln w="6350">
              <a:solidFill>
                <a:srgbClr val="FF0000"/>
              </a:solidFill>
              <a:prstDash val="dash"/>
              <a:headEnd type="none" w="sm" len="med"/>
              <a:tailEnd type="non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1715B3F-5215-4961-8748-B4F23AD4C4C1}"/>
                </a:ext>
              </a:extLst>
            </p:cNvPr>
            <p:cNvSpPr/>
            <p:nvPr/>
          </p:nvSpPr>
          <p:spPr>
            <a:xfrm>
              <a:off x="1916085" y="2317482"/>
              <a:ext cx="1549158" cy="7762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40×40 mm evaluation-exclusion region</a:t>
              </a: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8BE9937-1EE0-488D-90B1-B127D14A6FB0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2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80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0FDC7F89-8304-4820-BF05-AE15151E09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01" t="5747" r="64516" b="66499"/>
          <a:stretch/>
        </p:blipFill>
        <p:spPr>
          <a:xfrm>
            <a:off x="1800000" y="1152000"/>
            <a:ext cx="2293668" cy="157820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DCE6E4D-2D02-49F9-8BBB-EFCDCC482F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01" t="68832" r="64516" b="3414"/>
          <a:stretch/>
        </p:blipFill>
        <p:spPr>
          <a:xfrm>
            <a:off x="1800000" y="2520000"/>
            <a:ext cx="2293669" cy="1578203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2C7FCF-1B5E-454C-A230-FEC0A385E699}"/>
              </a:ext>
            </a:extLst>
          </p:cNvPr>
          <p:cNvSpPr>
            <a:spLocks noChangeAspect="1"/>
          </p:cNvSpPr>
          <p:nvPr/>
        </p:nvSpPr>
        <p:spPr>
          <a:xfrm>
            <a:off x="1980129" y="-1309336"/>
            <a:ext cx="1645200" cy="97747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BC43890-028A-41E2-9C3F-CA752CA59A36}"/>
              </a:ext>
            </a:extLst>
          </p:cNvPr>
          <p:cNvSpPr/>
          <p:nvPr/>
        </p:nvSpPr>
        <p:spPr>
          <a:xfrm>
            <a:off x="1728000" y="945725"/>
            <a:ext cx="1944000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material layout</a:t>
            </a:r>
            <a:endParaRPr lang="ko-KR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D857ABC-0A94-4F45-8C9B-9865793C8D46}"/>
              </a:ext>
            </a:extLst>
          </p:cNvPr>
          <p:cNvSpPr/>
          <p:nvPr/>
        </p:nvSpPr>
        <p:spPr>
          <a:xfrm>
            <a:off x="1728000" y="2405790"/>
            <a:ext cx="1728000" cy="324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A307A47-7373-470A-9B4C-471C00A93E8F}"/>
              </a:ext>
            </a:extLst>
          </p:cNvPr>
          <p:cNvSpPr/>
          <p:nvPr/>
        </p:nvSpPr>
        <p:spPr>
          <a:xfrm>
            <a:off x="1728000" y="3822216"/>
            <a:ext cx="1728000" cy="438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</a:t>
            </a:r>
          </a:p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3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바탕" panose="02030600000101010101" pitchFamily="18" charset="-127"/>
              </a:rPr>
              <a:t>40×40 mm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exclusion)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10D184-B4AB-81C2-566C-A5EA304C86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8" t="13168" r="65821" b="24954"/>
          <a:stretch/>
        </p:blipFill>
        <p:spPr>
          <a:xfrm>
            <a:off x="1708162" y="-2322"/>
            <a:ext cx="1767675" cy="10049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B03C5FE-1F50-4F1F-B841-99AF7A121C4B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3a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084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39407F9-D515-4277-B241-029EA52245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65" t="68832" r="34453" b="3414"/>
          <a:stretch/>
        </p:blipFill>
        <p:spPr>
          <a:xfrm>
            <a:off x="1800000" y="2520000"/>
            <a:ext cx="2293668" cy="15782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BD0DFB4-C29B-4C2E-B98E-5F7FF5CB3F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65" t="5747" r="34453" b="66499"/>
          <a:stretch/>
        </p:blipFill>
        <p:spPr>
          <a:xfrm>
            <a:off x="1800000" y="1152000"/>
            <a:ext cx="2293668" cy="157820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25236B-E682-407C-AAB5-8F5B72D56481}"/>
              </a:ext>
            </a:extLst>
          </p:cNvPr>
          <p:cNvSpPr/>
          <p:nvPr/>
        </p:nvSpPr>
        <p:spPr>
          <a:xfrm>
            <a:off x="1728000" y="945725"/>
            <a:ext cx="1944000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material layout</a:t>
            </a:r>
            <a:endParaRPr lang="ko-KR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5B11DA-4DBE-4C12-ADF5-6FA7FF4342F9}"/>
              </a:ext>
            </a:extLst>
          </p:cNvPr>
          <p:cNvSpPr/>
          <p:nvPr/>
        </p:nvSpPr>
        <p:spPr>
          <a:xfrm>
            <a:off x="1728000" y="2405790"/>
            <a:ext cx="1728000" cy="324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6938AA-6A49-4921-992D-ECCD8B1259CD}"/>
              </a:ext>
            </a:extLst>
          </p:cNvPr>
          <p:cNvSpPr/>
          <p:nvPr/>
        </p:nvSpPr>
        <p:spPr>
          <a:xfrm>
            <a:off x="1728000" y="3822216"/>
            <a:ext cx="1728000" cy="438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</a:t>
            </a:r>
          </a:p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3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바탕" panose="02030600000101010101" pitchFamily="18" charset="-127"/>
              </a:rPr>
              <a:t>40×40 mm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exclusion)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DC0023-0C89-7CFF-C2F2-A17BFA730F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83" t="13168" r="35443" b="24954"/>
          <a:stretch/>
        </p:blipFill>
        <p:spPr>
          <a:xfrm>
            <a:off x="1744980" y="-17743"/>
            <a:ext cx="1737360" cy="10049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C4E412C-18B9-4DA6-81DC-0BF418252921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3b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50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9B71F4F-E4A0-4710-8FD5-AC804B1177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28" t="68832" r="4289" b="3414"/>
          <a:stretch/>
        </p:blipFill>
        <p:spPr>
          <a:xfrm>
            <a:off x="1800000" y="2520000"/>
            <a:ext cx="2293668" cy="15782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268801-0619-4D5B-9393-45F3F5702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28" t="5747" r="4289" b="66499"/>
          <a:stretch/>
        </p:blipFill>
        <p:spPr>
          <a:xfrm>
            <a:off x="1800000" y="1152000"/>
            <a:ext cx="2293668" cy="157820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A84A113-F242-4C3E-8480-DB7266A2D008}"/>
              </a:ext>
            </a:extLst>
          </p:cNvPr>
          <p:cNvSpPr/>
          <p:nvPr/>
        </p:nvSpPr>
        <p:spPr>
          <a:xfrm>
            <a:off x="1728000" y="945725"/>
            <a:ext cx="1944000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material layout</a:t>
            </a:r>
            <a:endParaRPr lang="ko-KR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1AC7E8-C0DF-4CFE-8B62-665D7673C2F7}"/>
              </a:ext>
            </a:extLst>
          </p:cNvPr>
          <p:cNvSpPr/>
          <p:nvPr/>
        </p:nvSpPr>
        <p:spPr>
          <a:xfrm>
            <a:off x="1728000" y="2405790"/>
            <a:ext cx="1728000" cy="324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0FD532-F82D-42C9-957E-75E10B7E6FE7}"/>
              </a:ext>
            </a:extLst>
          </p:cNvPr>
          <p:cNvSpPr/>
          <p:nvPr/>
        </p:nvSpPr>
        <p:spPr>
          <a:xfrm>
            <a:off x="1728000" y="3822216"/>
            <a:ext cx="1728000" cy="438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</a:t>
            </a:r>
          </a:p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3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바탕" panose="02030600000101010101" pitchFamily="18" charset="-127"/>
              </a:rPr>
              <a:t>40×40 mm </a:t>
            </a:r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exclusion)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9F10BD5-7B5B-C9B3-DBC3-FF903A49C2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680" t="13168" r="4846" b="24954"/>
          <a:stretch/>
        </p:blipFill>
        <p:spPr>
          <a:xfrm>
            <a:off x="1760220" y="-17743"/>
            <a:ext cx="1737360" cy="100497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6C8401-F281-4FD8-92A4-813694A1F348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3c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4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FBE887AD-9644-4E86-B031-79ADF7A5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69" r="52808" b="57330"/>
          <a:stretch/>
        </p:blipFill>
        <p:spPr>
          <a:xfrm>
            <a:off x="-14286" y="2700000"/>
            <a:ext cx="3564585" cy="1282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4EDB3C1-A837-4515-B64C-949D6F544C5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13098" t="29244" r="9449" b="44767"/>
          <a:stretch/>
        </p:blipFill>
        <p:spPr>
          <a:xfrm>
            <a:off x="11905" y="1908000"/>
            <a:ext cx="2890800" cy="7128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7D095F6D-B1C4-4664-8331-654F266B7AD1}"/>
              </a:ext>
            </a:extLst>
          </p:cNvPr>
          <p:cNvGrpSpPr/>
          <p:nvPr/>
        </p:nvGrpSpPr>
        <p:grpSpPr>
          <a:xfrm>
            <a:off x="-36144" y="495300"/>
            <a:ext cx="3606206" cy="804169"/>
            <a:chOff x="-36144" y="495300"/>
            <a:chExt cx="3606206" cy="804169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6704500-3A8D-4842-8F07-0607BAFC7AF2}"/>
                </a:ext>
              </a:extLst>
            </p:cNvPr>
            <p:cNvSpPr/>
            <p:nvPr/>
          </p:nvSpPr>
          <p:spPr>
            <a:xfrm>
              <a:off x="11905" y="495300"/>
              <a:ext cx="2890800" cy="7128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AFD55475-82C0-48FD-85E2-B36656F4AB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36144" y="1209624"/>
              <a:ext cx="96098" cy="72000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DDAD370F-0DCB-4FC4-8E5B-6CA0AC16EAE3}"/>
                </a:ext>
              </a:extLst>
            </p:cNvPr>
            <p:cNvGrpSpPr/>
            <p:nvPr/>
          </p:nvGrpSpPr>
          <p:grpSpPr>
            <a:xfrm>
              <a:off x="2848705" y="1209610"/>
              <a:ext cx="108000" cy="89859"/>
              <a:chOff x="7750537" y="4748541"/>
              <a:chExt cx="108000" cy="89859"/>
            </a:xfrm>
          </p:grpSpPr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E48AA113-DEF9-4E05-9501-59FE0ECECD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56799" y="4748541"/>
                <a:ext cx="96098" cy="72000"/>
              </a:xfrm>
              <a:prstGeom prst="triangl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C7390DD1-CC12-411F-8079-0DDE606B7E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0537" y="4838400"/>
                <a:ext cx="108000" cy="0"/>
              </a:xfrm>
              <a:prstGeom prst="lin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EAC1846D-5556-4811-84A9-49F69DC98C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86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EDC7E82-E04F-4F2A-8B21-8A5167A1E0BB}"/>
                </a:ext>
              </a:extLst>
            </p:cNvPr>
            <p:cNvSpPr/>
            <p:nvPr/>
          </p:nvSpPr>
          <p:spPr>
            <a:xfrm>
              <a:off x="11905" y="1154100"/>
              <a:ext cx="2890800" cy="54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D79B4945-BB10-4FFF-A92A-7D7BF848D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3497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748D9DFD-10F6-43C8-863C-343AE8203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885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5539A52E-2469-4711-82BF-D52FC5916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0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67B237BD-FD56-4EF0-8DB4-ED0F01D95C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4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D44325CA-3789-4179-A025-CFDA4273B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8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130BDCE3-42F9-40EA-9A4F-227F881C63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2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395945E6-4EAB-4E15-9CB3-D102177267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6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EDED55A8-B6E3-4FF3-B8CF-BF4C03F94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60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F41569C7-6C9D-4248-818C-47C5133C3A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84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27029B7E-F5B0-40F6-BE8B-E532DDE902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08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ED30254D-2E4C-4BCC-B2D4-45E33D25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32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CE7E5178-1434-44AD-9D11-6DA6B8A9F6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56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0DF6C9C1-808C-4E55-BBBB-180260B574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0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48A223CF-2F32-4F4C-8A5F-906860F19A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04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C55450FD-C5AA-4D36-A602-44F6C1E12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28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E93CF98E-F611-48D3-AB36-DEEB94AB66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52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62BBD686-2480-4007-A169-F27A505B13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76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BFF32E4-2385-4F13-9A29-D6C092171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00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FDF1D8CE-7202-491D-9C76-8515D1BD9B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62400" y="974100"/>
              <a:ext cx="0" cy="180000"/>
            </a:xfrm>
            <a:prstGeom prst="straightConnector1">
              <a:avLst/>
            </a:prstGeom>
            <a:ln w="9525">
              <a:headEnd type="arrow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229A23E9-D081-447D-BDE1-9F5A94BE30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5" y="971276"/>
              <a:ext cx="2890800" cy="7609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6FFA743-3EE3-4D15-A9EE-7F6567622DAE}"/>
                </a:ext>
              </a:extLst>
            </p:cNvPr>
            <p:cNvSpPr/>
            <p:nvPr/>
          </p:nvSpPr>
          <p:spPr>
            <a:xfrm>
              <a:off x="583080" y="705291"/>
              <a:ext cx="1676394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ko-KR" sz="1600" i="1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바탕" panose="02030600000101010101" pitchFamily="18" charset="-127"/>
                </a:rPr>
                <a:t>q</a:t>
              </a:r>
              <a:r>
                <a:rPr lang="en-GB" altLang="ko-KR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바탕" panose="02030600000101010101" pitchFamily="18" charset="-127"/>
                </a:rPr>
                <a:t> = </a:t>
              </a:r>
              <a:r>
                <a:rPr lang="en-GB" altLang="ko-KR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맑은 고딕" panose="020B0503020000020004" pitchFamily="50" charset="-127"/>
                </a:rPr>
                <a:t>1.0</a:t>
              </a:r>
              <a:r>
                <a:rPr lang="en-US" altLang="ko-KR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맑은 고딕" panose="020B0503020000020004" pitchFamily="50" charset="-127"/>
                </a:rPr>
                <a:t>×10</a:t>
              </a:r>
              <a:r>
                <a:rPr lang="en-US" altLang="ko-KR" sz="1600" baseline="300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맑은 고딕" panose="020B0503020000020004" pitchFamily="50" charset="-127"/>
                </a:rPr>
                <a:t>5</a:t>
              </a:r>
              <a:r>
                <a:rPr lang="en-GB" altLang="ko-KR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바탕" panose="02030600000101010101" pitchFamily="18" charset="-127"/>
                </a:rPr>
                <a:t> N/m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09163C25-2098-4B73-AED0-DEA3DC50F6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5749" y="495300"/>
              <a:ext cx="0" cy="7128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6FC1DED-E5F0-42F5-822D-B96DEE567820}"/>
                </a:ext>
              </a:extLst>
            </p:cNvPr>
            <p:cNvSpPr/>
            <p:nvPr/>
          </p:nvSpPr>
          <p:spPr>
            <a:xfrm>
              <a:off x="2556605" y="715990"/>
              <a:ext cx="1013457" cy="239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40 m</a:t>
              </a:r>
              <a:endParaRPr lang="ko-KR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80D1FE1-958F-42E6-BACC-37AD9B44CE88}"/>
              </a:ext>
            </a:extLst>
          </p:cNvPr>
          <p:cNvCxnSpPr>
            <a:cxnSpLocks/>
          </p:cNvCxnSpPr>
          <p:nvPr/>
        </p:nvCxnSpPr>
        <p:spPr>
          <a:xfrm flipH="1">
            <a:off x="11904" y="1349213"/>
            <a:ext cx="28908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B9175DC-2363-4CC2-94BD-28188669B91F}"/>
              </a:ext>
            </a:extLst>
          </p:cNvPr>
          <p:cNvSpPr/>
          <p:nvPr/>
        </p:nvSpPr>
        <p:spPr>
          <a:xfrm>
            <a:off x="-739138" y="1034896"/>
            <a:ext cx="694587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m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BC78028-FE59-4843-B638-5856B309702A}"/>
              </a:ext>
            </a:extLst>
          </p:cNvPr>
          <p:cNvSpPr/>
          <p:nvPr/>
        </p:nvSpPr>
        <p:spPr>
          <a:xfrm>
            <a:off x="884071" y="1336550"/>
            <a:ext cx="1013457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160 m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65C74AD-65E2-4429-ADC8-28CA47DAC58F}"/>
              </a:ext>
            </a:extLst>
          </p:cNvPr>
          <p:cNvCxnSpPr>
            <a:cxnSpLocks/>
          </p:cNvCxnSpPr>
          <p:nvPr/>
        </p:nvCxnSpPr>
        <p:spPr>
          <a:xfrm flipV="1">
            <a:off x="-59777" y="1205360"/>
            <a:ext cx="0" cy="90000"/>
          </a:xfrm>
          <a:prstGeom prst="straightConnector1">
            <a:avLst/>
          </a:prstGeom>
          <a:ln>
            <a:solidFill>
              <a:schemeClr val="tx1"/>
            </a:solidFill>
            <a:headEnd type="none" w="sm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51A90B4-65CD-41EC-9F4F-F2EDB3962585}"/>
              </a:ext>
            </a:extLst>
          </p:cNvPr>
          <p:cNvCxnSpPr>
            <a:cxnSpLocks/>
          </p:cNvCxnSpPr>
          <p:nvPr/>
        </p:nvCxnSpPr>
        <p:spPr>
          <a:xfrm>
            <a:off x="-59777" y="1064100"/>
            <a:ext cx="0" cy="90000"/>
          </a:xfrm>
          <a:prstGeom prst="straightConnector1">
            <a:avLst/>
          </a:prstGeom>
          <a:ln>
            <a:solidFill>
              <a:schemeClr val="tx1"/>
            </a:solidFill>
            <a:headEnd type="none" w="sm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79C7F45-C625-43DD-9A4F-EDC1735B7668}"/>
              </a:ext>
            </a:extLst>
          </p:cNvPr>
          <p:cNvCxnSpPr>
            <a:cxnSpLocks/>
          </p:cNvCxnSpPr>
          <p:nvPr/>
        </p:nvCxnSpPr>
        <p:spPr>
          <a:xfrm flipH="1">
            <a:off x="-110945" y="1156481"/>
            <a:ext cx="108000" cy="0"/>
          </a:xfrm>
          <a:prstGeom prst="straightConnector1">
            <a:avLst/>
          </a:prstGeom>
          <a:ln w="6350">
            <a:solidFill>
              <a:schemeClr val="tx1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DA80A16-F2FD-44F7-967A-6F350D8B301F}"/>
              </a:ext>
            </a:extLst>
          </p:cNvPr>
          <p:cNvCxnSpPr>
            <a:cxnSpLocks/>
          </p:cNvCxnSpPr>
          <p:nvPr/>
        </p:nvCxnSpPr>
        <p:spPr>
          <a:xfrm flipH="1">
            <a:off x="-110945" y="1205360"/>
            <a:ext cx="108000" cy="0"/>
          </a:xfrm>
          <a:prstGeom prst="straightConnector1">
            <a:avLst/>
          </a:prstGeom>
          <a:ln w="6350">
            <a:solidFill>
              <a:schemeClr val="tx1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9498F94-8DEE-4F61-8527-4439B9B3F69B}"/>
              </a:ext>
            </a:extLst>
          </p:cNvPr>
          <p:cNvSpPr/>
          <p:nvPr/>
        </p:nvSpPr>
        <p:spPr>
          <a:xfrm>
            <a:off x="707055" y="194648"/>
            <a:ext cx="1835548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Non-design domain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304D1EF-1556-4DF9-A14D-4BF85C5808A5}"/>
              </a:ext>
            </a:extLst>
          </p:cNvPr>
          <p:cNvSpPr/>
          <p:nvPr/>
        </p:nvSpPr>
        <p:spPr>
          <a:xfrm>
            <a:off x="413535" y="296565"/>
            <a:ext cx="360000" cy="5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9433D7F-D963-4FE5-BD62-D69ACC98AA1E}"/>
              </a:ext>
            </a:extLst>
          </p:cNvPr>
          <p:cNvSpPr/>
          <p:nvPr/>
        </p:nvSpPr>
        <p:spPr>
          <a:xfrm>
            <a:off x="0" y="1548000"/>
            <a:ext cx="2902704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A55E445-A410-4528-B7A4-50358451DB90}"/>
              </a:ext>
            </a:extLst>
          </p:cNvPr>
          <p:cNvSpPr/>
          <p:nvPr/>
        </p:nvSpPr>
        <p:spPr>
          <a:xfrm>
            <a:off x="-1" y="2560636"/>
            <a:ext cx="2902705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material layout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E2E579F-B4DC-49B6-80C2-4BE0F94392D7}"/>
              </a:ext>
            </a:extLst>
          </p:cNvPr>
          <p:cNvSpPr/>
          <p:nvPr/>
        </p:nvSpPr>
        <p:spPr>
          <a:xfrm>
            <a:off x="-1" y="3680722"/>
            <a:ext cx="2902705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CFCD586-C1B5-42AF-A95C-C2041F6BAFFF}"/>
              </a:ext>
            </a:extLst>
          </p:cNvPr>
          <p:cNvSpPr/>
          <p:nvPr/>
        </p:nvSpPr>
        <p:spPr>
          <a:xfrm>
            <a:off x="-2945" y="4795200"/>
            <a:ext cx="2905649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Unfiltered signed material utilization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A28826E-EF06-474B-B346-7F0EEAC863A3}"/>
              </a:ext>
            </a:extLst>
          </p:cNvPr>
          <p:cNvSpPr/>
          <p:nvPr/>
        </p:nvSpPr>
        <p:spPr>
          <a:xfrm>
            <a:off x="583080" y="48061"/>
            <a:ext cx="1676394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A250C6-9F52-AF2A-D710-7515F14946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958" t="7416" b="57029"/>
          <a:stretch/>
        </p:blipFill>
        <p:spPr>
          <a:xfrm>
            <a:off x="-110945" y="3805628"/>
            <a:ext cx="3708988" cy="1229335"/>
          </a:xfrm>
          <a:prstGeom prst="rect">
            <a:avLst/>
          </a:prstGeom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A6D4F28A-9C56-4AAE-9515-8CD184DA407E}"/>
              </a:ext>
            </a:extLst>
          </p:cNvPr>
          <p:cNvSpPr/>
          <p:nvPr/>
        </p:nvSpPr>
        <p:spPr>
          <a:xfrm>
            <a:off x="144171" y="5930824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4a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227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그림 65">
            <a:extLst>
              <a:ext uri="{FF2B5EF4-FFF2-40B4-BE49-F238E27FC236}">
                <a16:creationId xmlns:a16="http://schemas.microsoft.com/office/drawing/2014/main" id="{77CE5F8D-A8FF-4C39-ACB4-F3ADB670DC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" t="5454" r="52867" b="57447"/>
          <a:stretch/>
        </p:blipFill>
        <p:spPr>
          <a:xfrm>
            <a:off x="-2945" y="2700000"/>
            <a:ext cx="3553393" cy="12827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1697AF29-70D8-4AFB-A240-0EED9B095C7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13102" t="29127" r="9340" b="44712"/>
          <a:stretch/>
        </p:blipFill>
        <p:spPr>
          <a:xfrm>
            <a:off x="11492" y="1905051"/>
            <a:ext cx="2890800" cy="7128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6704500-3A8D-4842-8F07-0607BAFC7AF2}"/>
              </a:ext>
            </a:extLst>
          </p:cNvPr>
          <p:cNvSpPr/>
          <p:nvPr/>
        </p:nvSpPr>
        <p:spPr>
          <a:xfrm>
            <a:off x="11905" y="495300"/>
            <a:ext cx="2890800" cy="7128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AC1846D-5556-4811-84A9-49F69DC98CC4}"/>
              </a:ext>
            </a:extLst>
          </p:cNvPr>
          <p:cNvCxnSpPr>
            <a:cxnSpLocks/>
          </p:cNvCxnSpPr>
          <p:nvPr/>
        </p:nvCxnSpPr>
        <p:spPr>
          <a:xfrm flipV="1">
            <a:off x="14286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DC7E82-E04F-4F2A-8B21-8A5167A1E0BB}"/>
              </a:ext>
            </a:extLst>
          </p:cNvPr>
          <p:cNvSpPr/>
          <p:nvPr/>
        </p:nvSpPr>
        <p:spPr>
          <a:xfrm>
            <a:off x="11905" y="496870"/>
            <a:ext cx="2890800" cy="5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79B4945-BB10-4FFF-A92A-7D7BF848DAD1}"/>
              </a:ext>
            </a:extLst>
          </p:cNvPr>
          <p:cNvCxnSpPr>
            <a:cxnSpLocks/>
          </p:cNvCxnSpPr>
          <p:nvPr/>
        </p:nvCxnSpPr>
        <p:spPr>
          <a:xfrm flipV="1">
            <a:off x="2903497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48D9DFD-10F6-43C8-863C-343AE8203B57}"/>
              </a:ext>
            </a:extLst>
          </p:cNvPr>
          <p:cNvCxnSpPr>
            <a:cxnSpLocks/>
          </p:cNvCxnSpPr>
          <p:nvPr/>
        </p:nvCxnSpPr>
        <p:spPr>
          <a:xfrm flipV="1">
            <a:off x="161885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539A52E-2469-4711-82BF-D52FC5916A9A}"/>
              </a:ext>
            </a:extLst>
          </p:cNvPr>
          <p:cNvCxnSpPr>
            <a:cxnSpLocks/>
          </p:cNvCxnSpPr>
          <p:nvPr/>
        </p:nvCxnSpPr>
        <p:spPr>
          <a:xfrm flipV="1">
            <a:off x="3240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7B237BD-FD56-4EF0-8DB4-ED0F01D95CF6}"/>
              </a:ext>
            </a:extLst>
          </p:cNvPr>
          <p:cNvCxnSpPr>
            <a:cxnSpLocks/>
          </p:cNvCxnSpPr>
          <p:nvPr/>
        </p:nvCxnSpPr>
        <p:spPr>
          <a:xfrm flipV="1">
            <a:off x="4764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44325CA-3789-4179-A025-CFDA4273B8A0}"/>
              </a:ext>
            </a:extLst>
          </p:cNvPr>
          <p:cNvCxnSpPr>
            <a:cxnSpLocks/>
          </p:cNvCxnSpPr>
          <p:nvPr/>
        </p:nvCxnSpPr>
        <p:spPr>
          <a:xfrm flipV="1">
            <a:off x="6288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30BDCE3-42F9-40EA-9A4F-227F881C63CE}"/>
              </a:ext>
            </a:extLst>
          </p:cNvPr>
          <p:cNvCxnSpPr>
            <a:cxnSpLocks/>
          </p:cNvCxnSpPr>
          <p:nvPr/>
        </p:nvCxnSpPr>
        <p:spPr>
          <a:xfrm flipV="1">
            <a:off x="7812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95945E6-4EAB-4E15-9CB3-D1021772672D}"/>
              </a:ext>
            </a:extLst>
          </p:cNvPr>
          <p:cNvCxnSpPr>
            <a:cxnSpLocks/>
          </p:cNvCxnSpPr>
          <p:nvPr/>
        </p:nvCxnSpPr>
        <p:spPr>
          <a:xfrm flipV="1">
            <a:off x="9336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DED55A8-B6E3-4FF3-B8CF-BF4C03F9498D}"/>
              </a:ext>
            </a:extLst>
          </p:cNvPr>
          <p:cNvCxnSpPr>
            <a:cxnSpLocks/>
          </p:cNvCxnSpPr>
          <p:nvPr/>
        </p:nvCxnSpPr>
        <p:spPr>
          <a:xfrm flipV="1">
            <a:off x="10860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41569C7-6C9D-4248-818C-47C5133C3A62}"/>
              </a:ext>
            </a:extLst>
          </p:cNvPr>
          <p:cNvCxnSpPr>
            <a:cxnSpLocks/>
          </p:cNvCxnSpPr>
          <p:nvPr/>
        </p:nvCxnSpPr>
        <p:spPr>
          <a:xfrm flipV="1">
            <a:off x="12384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7029B7E-F5B0-40F6-BE8B-E532DDE90238}"/>
              </a:ext>
            </a:extLst>
          </p:cNvPr>
          <p:cNvCxnSpPr>
            <a:cxnSpLocks/>
          </p:cNvCxnSpPr>
          <p:nvPr/>
        </p:nvCxnSpPr>
        <p:spPr>
          <a:xfrm flipV="1">
            <a:off x="13908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D30254D-2E4C-4BCC-B2D4-45E33D2589A8}"/>
              </a:ext>
            </a:extLst>
          </p:cNvPr>
          <p:cNvCxnSpPr>
            <a:cxnSpLocks/>
          </p:cNvCxnSpPr>
          <p:nvPr/>
        </p:nvCxnSpPr>
        <p:spPr>
          <a:xfrm flipV="1">
            <a:off x="15432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E7E5178-1434-44AD-9D11-6DA6B8A9F635}"/>
              </a:ext>
            </a:extLst>
          </p:cNvPr>
          <p:cNvCxnSpPr>
            <a:cxnSpLocks/>
          </p:cNvCxnSpPr>
          <p:nvPr/>
        </p:nvCxnSpPr>
        <p:spPr>
          <a:xfrm flipV="1">
            <a:off x="16956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DF6C9C1-808C-4E55-BBBB-180260B5746F}"/>
              </a:ext>
            </a:extLst>
          </p:cNvPr>
          <p:cNvCxnSpPr>
            <a:cxnSpLocks/>
          </p:cNvCxnSpPr>
          <p:nvPr/>
        </p:nvCxnSpPr>
        <p:spPr>
          <a:xfrm flipV="1">
            <a:off x="18480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8A223CF-2F32-4F4C-8A5F-906860F19A22}"/>
              </a:ext>
            </a:extLst>
          </p:cNvPr>
          <p:cNvCxnSpPr>
            <a:cxnSpLocks/>
          </p:cNvCxnSpPr>
          <p:nvPr/>
        </p:nvCxnSpPr>
        <p:spPr>
          <a:xfrm flipV="1">
            <a:off x="20004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55450FD-C5AA-4D36-A602-44F6C1E121FF}"/>
              </a:ext>
            </a:extLst>
          </p:cNvPr>
          <p:cNvCxnSpPr>
            <a:cxnSpLocks/>
          </p:cNvCxnSpPr>
          <p:nvPr/>
        </p:nvCxnSpPr>
        <p:spPr>
          <a:xfrm flipV="1">
            <a:off x="21528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93CF98E-F611-48D3-AB36-DEEB94AB6641}"/>
              </a:ext>
            </a:extLst>
          </p:cNvPr>
          <p:cNvCxnSpPr>
            <a:cxnSpLocks/>
          </p:cNvCxnSpPr>
          <p:nvPr/>
        </p:nvCxnSpPr>
        <p:spPr>
          <a:xfrm flipV="1">
            <a:off x="23052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2BBD686-2480-4007-A169-F27A505B135F}"/>
              </a:ext>
            </a:extLst>
          </p:cNvPr>
          <p:cNvCxnSpPr>
            <a:cxnSpLocks/>
          </p:cNvCxnSpPr>
          <p:nvPr/>
        </p:nvCxnSpPr>
        <p:spPr>
          <a:xfrm flipV="1">
            <a:off x="24576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BFF32E4-2385-4F13-9A29-D6C0921711BE}"/>
              </a:ext>
            </a:extLst>
          </p:cNvPr>
          <p:cNvCxnSpPr>
            <a:cxnSpLocks/>
          </p:cNvCxnSpPr>
          <p:nvPr/>
        </p:nvCxnSpPr>
        <p:spPr>
          <a:xfrm flipV="1">
            <a:off x="26100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DF1D8CE-7202-491D-9C76-8515D1BD9BF8}"/>
              </a:ext>
            </a:extLst>
          </p:cNvPr>
          <p:cNvCxnSpPr>
            <a:cxnSpLocks/>
          </p:cNvCxnSpPr>
          <p:nvPr/>
        </p:nvCxnSpPr>
        <p:spPr>
          <a:xfrm flipV="1">
            <a:off x="2762400" y="316870"/>
            <a:ext cx="0" cy="180000"/>
          </a:xfrm>
          <a:prstGeom prst="straightConnector1">
            <a:avLst/>
          </a:prstGeom>
          <a:ln w="9525">
            <a:headEnd type="arrow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29A23E9-D081-447D-BDE1-9F5A94BE304A}"/>
              </a:ext>
            </a:extLst>
          </p:cNvPr>
          <p:cNvCxnSpPr>
            <a:cxnSpLocks/>
          </p:cNvCxnSpPr>
          <p:nvPr/>
        </p:nvCxnSpPr>
        <p:spPr>
          <a:xfrm flipH="1" flipV="1">
            <a:off x="11905" y="314046"/>
            <a:ext cx="2890800" cy="7609"/>
          </a:xfrm>
          <a:prstGeom prst="straightConnector1">
            <a:avLst/>
          </a:prstGeom>
          <a:ln w="952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6FFA743-3EE3-4D15-A9EE-7F6567622DAE}"/>
              </a:ext>
            </a:extLst>
          </p:cNvPr>
          <p:cNvSpPr/>
          <p:nvPr/>
        </p:nvSpPr>
        <p:spPr>
          <a:xfrm>
            <a:off x="583080" y="48061"/>
            <a:ext cx="1676394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ko-KR" sz="16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바탕" panose="02030600000101010101" pitchFamily="18" charset="-127"/>
              </a:rPr>
              <a:t>q</a:t>
            </a:r>
            <a:r>
              <a:rPr lang="en-GB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바탕" panose="02030600000101010101" pitchFamily="18" charset="-127"/>
              </a:rPr>
              <a:t> = </a:t>
            </a:r>
            <a:r>
              <a:rPr lang="en-GB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</a:rPr>
              <a:t>1.0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</a:rPr>
              <a:t>×10</a:t>
            </a:r>
            <a:r>
              <a:rPr lang="en-US" altLang="ko-KR" sz="1600" baseline="30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맑은 고딕" panose="020B0503020000020004" pitchFamily="50" charset="-127"/>
              </a:rPr>
              <a:t>5</a:t>
            </a:r>
            <a:r>
              <a:rPr lang="en-GB" altLang="ko-KR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바탕" panose="02030600000101010101" pitchFamily="18" charset="-127"/>
              </a:rPr>
              <a:t> N/m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9163C25-2098-4B73-AED0-DEA3DC50F666}"/>
              </a:ext>
            </a:extLst>
          </p:cNvPr>
          <p:cNvCxnSpPr>
            <a:cxnSpLocks/>
          </p:cNvCxnSpPr>
          <p:nvPr/>
        </p:nvCxnSpPr>
        <p:spPr>
          <a:xfrm flipV="1">
            <a:off x="3005749" y="495300"/>
            <a:ext cx="0" cy="712800"/>
          </a:xfrm>
          <a:prstGeom prst="straightConnector1">
            <a:avLst/>
          </a:prstGeom>
          <a:ln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6FC1DED-E5F0-42F5-822D-B96DEE567820}"/>
              </a:ext>
            </a:extLst>
          </p:cNvPr>
          <p:cNvSpPr/>
          <p:nvPr/>
        </p:nvSpPr>
        <p:spPr>
          <a:xfrm>
            <a:off x="2556605" y="715990"/>
            <a:ext cx="1013457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m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80D1FE1-958F-42E6-BACC-37AD9B44CE88}"/>
              </a:ext>
            </a:extLst>
          </p:cNvPr>
          <p:cNvCxnSpPr>
            <a:cxnSpLocks/>
          </p:cNvCxnSpPr>
          <p:nvPr/>
        </p:nvCxnSpPr>
        <p:spPr>
          <a:xfrm flipH="1">
            <a:off x="11904" y="1349213"/>
            <a:ext cx="28908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B9175DC-2363-4CC2-94BD-28188669B91F}"/>
              </a:ext>
            </a:extLst>
          </p:cNvPr>
          <p:cNvSpPr/>
          <p:nvPr/>
        </p:nvSpPr>
        <p:spPr>
          <a:xfrm>
            <a:off x="-739138" y="377666"/>
            <a:ext cx="694587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 m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BC78028-FE59-4843-B638-5856B309702A}"/>
              </a:ext>
            </a:extLst>
          </p:cNvPr>
          <p:cNvSpPr/>
          <p:nvPr/>
        </p:nvSpPr>
        <p:spPr>
          <a:xfrm>
            <a:off x="884071" y="1336550"/>
            <a:ext cx="1013457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160 m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565C74AD-65E2-4429-ADC8-28CA47DAC58F}"/>
              </a:ext>
            </a:extLst>
          </p:cNvPr>
          <p:cNvCxnSpPr>
            <a:cxnSpLocks/>
          </p:cNvCxnSpPr>
          <p:nvPr/>
        </p:nvCxnSpPr>
        <p:spPr>
          <a:xfrm flipV="1">
            <a:off x="-59777" y="548130"/>
            <a:ext cx="0" cy="90000"/>
          </a:xfrm>
          <a:prstGeom prst="straightConnector1">
            <a:avLst/>
          </a:prstGeom>
          <a:ln>
            <a:solidFill>
              <a:schemeClr val="tx1"/>
            </a:solidFill>
            <a:headEnd type="none" w="sm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51A90B4-65CD-41EC-9F4F-F2EDB3962585}"/>
              </a:ext>
            </a:extLst>
          </p:cNvPr>
          <p:cNvCxnSpPr>
            <a:cxnSpLocks/>
          </p:cNvCxnSpPr>
          <p:nvPr/>
        </p:nvCxnSpPr>
        <p:spPr>
          <a:xfrm>
            <a:off x="-59777" y="406870"/>
            <a:ext cx="0" cy="90000"/>
          </a:xfrm>
          <a:prstGeom prst="straightConnector1">
            <a:avLst/>
          </a:prstGeom>
          <a:ln>
            <a:solidFill>
              <a:schemeClr val="tx1"/>
            </a:solidFill>
            <a:headEnd type="none" w="sm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79C7F45-C625-43DD-9A4F-EDC1735B7668}"/>
              </a:ext>
            </a:extLst>
          </p:cNvPr>
          <p:cNvCxnSpPr>
            <a:cxnSpLocks/>
          </p:cNvCxnSpPr>
          <p:nvPr/>
        </p:nvCxnSpPr>
        <p:spPr>
          <a:xfrm flipH="1">
            <a:off x="-110945" y="499251"/>
            <a:ext cx="108000" cy="0"/>
          </a:xfrm>
          <a:prstGeom prst="straightConnector1">
            <a:avLst/>
          </a:prstGeom>
          <a:ln w="6350">
            <a:solidFill>
              <a:schemeClr val="tx1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DA80A16-F2FD-44F7-967A-6F350D8B301F}"/>
              </a:ext>
            </a:extLst>
          </p:cNvPr>
          <p:cNvCxnSpPr>
            <a:cxnSpLocks/>
          </p:cNvCxnSpPr>
          <p:nvPr/>
        </p:nvCxnSpPr>
        <p:spPr>
          <a:xfrm flipH="1">
            <a:off x="-110945" y="548130"/>
            <a:ext cx="108000" cy="0"/>
          </a:xfrm>
          <a:prstGeom prst="straightConnector1">
            <a:avLst/>
          </a:prstGeom>
          <a:ln w="6350">
            <a:solidFill>
              <a:schemeClr val="tx1"/>
            </a:solidFill>
            <a:prstDash val="sysDash"/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9433D7F-D963-4FE5-BD62-D69ACC98AA1E}"/>
              </a:ext>
            </a:extLst>
          </p:cNvPr>
          <p:cNvSpPr/>
          <p:nvPr/>
        </p:nvSpPr>
        <p:spPr>
          <a:xfrm>
            <a:off x="0" y="1548000"/>
            <a:ext cx="2902704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A55E445-A410-4528-B7A4-50358451DB90}"/>
              </a:ext>
            </a:extLst>
          </p:cNvPr>
          <p:cNvSpPr/>
          <p:nvPr/>
        </p:nvSpPr>
        <p:spPr>
          <a:xfrm>
            <a:off x="-1" y="2560636"/>
            <a:ext cx="2902705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material layout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E2E579F-B4DC-49B6-80C2-4BE0F94392D7}"/>
              </a:ext>
            </a:extLst>
          </p:cNvPr>
          <p:cNvSpPr/>
          <p:nvPr/>
        </p:nvSpPr>
        <p:spPr>
          <a:xfrm>
            <a:off x="-1" y="3680722"/>
            <a:ext cx="2902705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von Mises stress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CFCD586-C1B5-42AF-A95C-C2041F6BAFFF}"/>
              </a:ext>
            </a:extLst>
          </p:cNvPr>
          <p:cNvSpPr/>
          <p:nvPr/>
        </p:nvSpPr>
        <p:spPr>
          <a:xfrm>
            <a:off x="-2945" y="4795200"/>
            <a:ext cx="2905649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Unfiltered signed material utilization</a:t>
            </a: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AFD55475-82C0-48FD-85E2-B36656F4AB2C}"/>
              </a:ext>
            </a:extLst>
          </p:cNvPr>
          <p:cNvSpPr>
            <a:spLocks noChangeAspect="1"/>
          </p:cNvSpPr>
          <p:nvPr/>
        </p:nvSpPr>
        <p:spPr>
          <a:xfrm>
            <a:off x="-36144" y="495249"/>
            <a:ext cx="96098" cy="72000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DAD370F-0DCB-4FC4-8E5B-6CA0AC16EAE3}"/>
              </a:ext>
            </a:extLst>
          </p:cNvPr>
          <p:cNvGrpSpPr/>
          <p:nvPr/>
        </p:nvGrpSpPr>
        <p:grpSpPr>
          <a:xfrm>
            <a:off x="2848705" y="495235"/>
            <a:ext cx="108000" cy="89859"/>
            <a:chOff x="7750537" y="4748541"/>
            <a:chExt cx="108000" cy="89859"/>
          </a:xfrm>
        </p:grpSpPr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E48AA113-DEF9-4E05-9501-59FE0ECECD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6799" y="4748541"/>
              <a:ext cx="96098" cy="72000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7390DD1-CC12-411F-8079-0DDE606B7E4C}"/>
                </a:ext>
              </a:extLst>
            </p:cNvPr>
            <p:cNvCxnSpPr>
              <a:cxnSpLocks/>
            </p:cNvCxnSpPr>
            <p:nvPr/>
          </p:nvCxnSpPr>
          <p:spPr>
            <a:xfrm>
              <a:off x="7750537" y="4838400"/>
              <a:ext cx="108000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5B0F6243-BB8A-74CD-DC9E-2EA48789F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b="56612"/>
          <a:stretch/>
        </p:blipFill>
        <p:spPr>
          <a:xfrm>
            <a:off x="-195113" y="3570050"/>
            <a:ext cx="3781425" cy="1500188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0FF3BF26-9B23-4782-94D3-C1CA1B28F812}"/>
              </a:ext>
            </a:extLst>
          </p:cNvPr>
          <p:cNvSpPr/>
          <p:nvPr/>
        </p:nvSpPr>
        <p:spPr>
          <a:xfrm>
            <a:off x="144171" y="5930824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4b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6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그림 62">
            <a:extLst>
              <a:ext uri="{FF2B5EF4-FFF2-40B4-BE49-F238E27FC236}">
                <a16:creationId xmlns:a16="http://schemas.microsoft.com/office/drawing/2014/main" id="{EE4792CF-968E-4646-80BD-4BA6A92C8B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5" t="4620" r="54464" b="56835"/>
          <a:stretch/>
        </p:blipFill>
        <p:spPr>
          <a:xfrm>
            <a:off x="0" y="2340000"/>
            <a:ext cx="2698037" cy="1666824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9AAF5733-48A3-46FD-B71F-EE7F1ECE2B5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844" b="76178" l="23735" r="76848">
                        <a14:foregroundMark x1="24060" y1="13594" x2="38911" y2="15612"/>
                        <a14:foregroundMark x1="24060" y1="12517" x2="26589" y2="12517"/>
                        <a14:foregroundMark x1="25746" y1="12517" x2="24060" y2="12248"/>
                        <a14:foregroundMark x1="23865" y1="12113" x2="26070" y2="11844"/>
                        <a14:foregroundMark x1="26913" y1="11844" x2="35214" y2="13459"/>
                        <a14:foregroundMark x1="25097" y1="70794" x2="61284" y2="76312"/>
                        <a14:foregroundMark x1="61284" y1="76312" x2="75032" y2="76312"/>
                        <a14:foregroundMark x1="75032" y1="76312" x2="24773" y2="69987"/>
                        <a14:foregroundMark x1="76848" y1="68237" x2="76654" y2="691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995" t="10602" r="22030" b="21705"/>
          <a:stretch/>
        </p:blipFill>
        <p:spPr>
          <a:xfrm>
            <a:off x="9524" y="972000"/>
            <a:ext cx="1980000" cy="1188000"/>
          </a:xfrm>
          <a:prstGeom prst="rect">
            <a:avLst/>
          </a:prstGeom>
          <a:ln>
            <a:noFill/>
          </a:ln>
        </p:spPr>
      </p:pic>
      <p:sp>
        <p:nvSpPr>
          <p:cNvPr id="64" name="직사각형 63">
            <a:extLst>
              <a:ext uri="{FF2B5EF4-FFF2-40B4-BE49-F238E27FC236}">
                <a16:creationId xmlns:a16="http://schemas.microsoft.com/office/drawing/2014/main" id="{DA072E0F-6595-4781-85C1-331708F4038C}"/>
              </a:ext>
            </a:extLst>
          </p:cNvPr>
          <p:cNvSpPr/>
          <p:nvPr/>
        </p:nvSpPr>
        <p:spPr>
          <a:xfrm>
            <a:off x="0" y="2163950"/>
            <a:ext cx="1980000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Abaqus/Standard 2024</a:t>
            </a:r>
            <a:endParaRPr lang="ko-KR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4B1BA5A-CA92-4F66-998A-D2270E75CEE5}"/>
              </a:ext>
            </a:extLst>
          </p:cNvPr>
          <p:cNvSpPr/>
          <p:nvPr/>
        </p:nvSpPr>
        <p:spPr>
          <a:xfrm>
            <a:off x="0" y="3824475"/>
            <a:ext cx="1980000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MBESO2D</a:t>
            </a:r>
            <a:endParaRPr lang="ko-KR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E7A4BB5E-2E34-4CCF-8DE0-FE56186FAF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" t="3097" r="87146" b="66224"/>
          <a:stretch/>
        </p:blipFill>
        <p:spPr>
          <a:xfrm>
            <a:off x="2088000" y="972000"/>
            <a:ext cx="858180" cy="120811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97A9B0C2-3368-4967-B68F-7B9CADDA953D}"/>
              </a:ext>
            </a:extLst>
          </p:cNvPr>
          <p:cNvGrpSpPr/>
          <p:nvPr/>
        </p:nvGrpSpPr>
        <p:grpSpPr>
          <a:xfrm>
            <a:off x="864000" y="0"/>
            <a:ext cx="993551" cy="958698"/>
            <a:chOff x="3575123" y="1060188"/>
            <a:chExt cx="993551" cy="958698"/>
          </a:xfrm>
        </p:grpSpPr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E55E033E-1B09-48B0-A859-74FDD3D441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/>
            <a:srcRect l="85580" t="72407" r="5952" b="16570"/>
            <a:stretch/>
          </p:blipFill>
          <p:spPr>
            <a:xfrm>
              <a:off x="3580474" y="1068486"/>
              <a:ext cx="949790" cy="950400"/>
            </a:xfrm>
            <a:prstGeom prst="rect">
              <a:avLst/>
            </a:prstGeom>
            <a:ln w="9525">
              <a:solidFill>
                <a:srgbClr val="FF0000"/>
              </a:solidFill>
              <a:prstDash val="sysDash"/>
            </a:ln>
          </p:spPr>
        </p:pic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A13C7BE7-6840-4759-8E87-5C462D2B955F}"/>
                </a:ext>
              </a:extLst>
            </p:cNvPr>
            <p:cNvCxnSpPr>
              <a:cxnSpLocks/>
            </p:cNvCxnSpPr>
            <p:nvPr/>
          </p:nvCxnSpPr>
          <p:spPr>
            <a:xfrm>
              <a:off x="3578092" y="1135436"/>
              <a:ext cx="5724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4D5F80B5-F44E-4E87-A835-C1026889AC3E}"/>
                </a:ext>
              </a:extLst>
            </p:cNvPr>
            <p:cNvCxnSpPr>
              <a:cxnSpLocks/>
            </p:cNvCxnSpPr>
            <p:nvPr/>
          </p:nvCxnSpPr>
          <p:spPr>
            <a:xfrm>
              <a:off x="3578092" y="1313658"/>
              <a:ext cx="5724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B32F1584-2752-44DE-8F29-3778F20C677C}"/>
                </a:ext>
              </a:extLst>
            </p:cNvPr>
            <p:cNvCxnSpPr>
              <a:cxnSpLocks/>
            </p:cNvCxnSpPr>
            <p:nvPr/>
          </p:nvCxnSpPr>
          <p:spPr>
            <a:xfrm>
              <a:off x="3578092" y="1225532"/>
              <a:ext cx="5724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51A72413-67F0-4CD5-8FC0-D6ECC9F1954E}"/>
                </a:ext>
              </a:extLst>
            </p:cNvPr>
            <p:cNvCxnSpPr>
              <a:cxnSpLocks/>
            </p:cNvCxnSpPr>
            <p:nvPr/>
          </p:nvCxnSpPr>
          <p:spPr>
            <a:xfrm>
              <a:off x="3576529" y="1402769"/>
              <a:ext cx="5724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5510ADCF-B141-435E-BBEA-BF934682D264}"/>
                </a:ext>
              </a:extLst>
            </p:cNvPr>
            <p:cNvCxnSpPr>
              <a:cxnSpLocks/>
            </p:cNvCxnSpPr>
            <p:nvPr/>
          </p:nvCxnSpPr>
          <p:spPr>
            <a:xfrm>
              <a:off x="3622793" y="1063559"/>
              <a:ext cx="0" cy="61441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F0CCB232-A084-4DE9-9894-9B39AC0D0085}"/>
                </a:ext>
              </a:extLst>
            </p:cNvPr>
            <p:cNvCxnSpPr>
              <a:cxnSpLocks/>
            </p:cNvCxnSpPr>
            <p:nvPr/>
          </p:nvCxnSpPr>
          <p:spPr>
            <a:xfrm>
              <a:off x="3705775" y="1063559"/>
              <a:ext cx="0" cy="61441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4354BC69-C45E-4AC1-97BA-61824FC38154}"/>
                </a:ext>
              </a:extLst>
            </p:cNvPr>
            <p:cNvCxnSpPr>
              <a:cxnSpLocks/>
            </p:cNvCxnSpPr>
            <p:nvPr/>
          </p:nvCxnSpPr>
          <p:spPr>
            <a:xfrm>
              <a:off x="3798281" y="1063559"/>
              <a:ext cx="0" cy="61441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2DE10F46-4840-4F59-B64D-56619988CB57}"/>
                </a:ext>
              </a:extLst>
            </p:cNvPr>
            <p:cNvCxnSpPr>
              <a:cxnSpLocks/>
            </p:cNvCxnSpPr>
            <p:nvPr/>
          </p:nvCxnSpPr>
          <p:spPr>
            <a:xfrm>
              <a:off x="3886025" y="1063559"/>
              <a:ext cx="0" cy="61441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1DF3CA66-B4A8-4DC6-B5DC-3EF6E98A6AB9}"/>
                </a:ext>
              </a:extLst>
            </p:cNvPr>
            <p:cNvCxnSpPr>
              <a:cxnSpLocks/>
            </p:cNvCxnSpPr>
            <p:nvPr/>
          </p:nvCxnSpPr>
          <p:spPr>
            <a:xfrm>
              <a:off x="3970962" y="1063559"/>
              <a:ext cx="5874" cy="61441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180849BA-BBB2-4B4D-9FA3-E4AD95F9DAEC}"/>
                </a:ext>
              </a:extLst>
            </p:cNvPr>
            <p:cNvCxnSpPr>
              <a:cxnSpLocks/>
            </p:cNvCxnSpPr>
            <p:nvPr/>
          </p:nvCxnSpPr>
          <p:spPr>
            <a:xfrm>
              <a:off x="4058038" y="1060188"/>
              <a:ext cx="0" cy="621758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6E776AC8-61B5-4125-802E-6CEC565E3A31}"/>
                </a:ext>
              </a:extLst>
            </p:cNvPr>
            <p:cNvCxnSpPr>
              <a:cxnSpLocks/>
            </p:cNvCxnSpPr>
            <p:nvPr/>
          </p:nvCxnSpPr>
          <p:spPr>
            <a:xfrm>
              <a:off x="4147983" y="1063559"/>
              <a:ext cx="0" cy="6156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5F3492-83B7-48B3-B633-1DA96AEF6D7F}"/>
                </a:ext>
              </a:extLst>
            </p:cNvPr>
            <p:cNvCxnSpPr>
              <a:cxnSpLocks/>
            </p:cNvCxnSpPr>
            <p:nvPr/>
          </p:nvCxnSpPr>
          <p:spPr>
            <a:xfrm>
              <a:off x="3575126" y="1497779"/>
              <a:ext cx="57130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5FCAEC92-3C67-40E4-B49B-FE8B360F065E}"/>
                </a:ext>
              </a:extLst>
            </p:cNvPr>
            <p:cNvCxnSpPr>
              <a:cxnSpLocks/>
            </p:cNvCxnSpPr>
            <p:nvPr/>
          </p:nvCxnSpPr>
          <p:spPr>
            <a:xfrm>
              <a:off x="3575123" y="1679070"/>
              <a:ext cx="57130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30CF3EE4-FA0B-4C09-8D25-0BCAABDE4D25}"/>
                </a:ext>
              </a:extLst>
            </p:cNvPr>
            <p:cNvCxnSpPr>
              <a:cxnSpLocks/>
            </p:cNvCxnSpPr>
            <p:nvPr/>
          </p:nvCxnSpPr>
          <p:spPr>
            <a:xfrm>
              <a:off x="3577504" y="1590366"/>
              <a:ext cx="57130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B6915716-3CF5-41C7-8D66-6CF1F1D6567B}"/>
                </a:ext>
              </a:extLst>
            </p:cNvPr>
            <p:cNvCxnSpPr>
              <a:cxnSpLocks/>
            </p:cNvCxnSpPr>
            <p:nvPr/>
          </p:nvCxnSpPr>
          <p:spPr>
            <a:xfrm>
              <a:off x="4182976" y="1681897"/>
              <a:ext cx="180000" cy="296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E4A54A5A-2E3F-4371-94C7-EA8C7D583D20}"/>
                </a:ext>
              </a:extLst>
            </p:cNvPr>
            <p:cNvCxnSpPr>
              <a:cxnSpLocks/>
            </p:cNvCxnSpPr>
            <p:nvPr/>
          </p:nvCxnSpPr>
          <p:spPr>
            <a:xfrm>
              <a:off x="4149730" y="1714135"/>
              <a:ext cx="0" cy="1800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A2A570B-23D3-4E0D-8FB7-ACCB6FB24692}"/>
                    </a:ext>
                  </a:extLst>
                </p:cNvPr>
                <p:cNvSpPr txBox="1"/>
                <p:nvPr/>
              </p:nvSpPr>
              <p:spPr>
                <a:xfrm>
                  <a:off x="4368271" y="1519219"/>
                  <a:ext cx="20040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</m:sub>
                        </m:sSub>
                      </m:oMath>
                    </m:oMathPara>
                  </a14:m>
                  <a:endParaRPr lang="ko-KR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A2A570B-23D3-4E0D-8FB7-ACCB6FB24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71" y="1519219"/>
                  <a:ext cx="20040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515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DE12AE8-BED7-45CC-887F-EE1799B5DB3D}"/>
                    </a:ext>
                  </a:extLst>
                </p:cNvPr>
                <p:cNvSpPr txBox="1"/>
                <p:nvPr/>
              </p:nvSpPr>
              <p:spPr>
                <a:xfrm>
                  <a:off x="3988781" y="1709377"/>
                  <a:ext cx="157050" cy="3032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y</m:t>
                            </m:r>
                          </m:sub>
                        </m:sSub>
                      </m:oMath>
                    </m:oMathPara>
                  </a14:m>
                  <a:endParaRPr lang="ko-KR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DE12AE8-BED7-45CC-887F-EE1799B5DB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8781" y="1709377"/>
                  <a:ext cx="157050" cy="303225"/>
                </a:xfrm>
                <a:prstGeom prst="rect">
                  <a:avLst/>
                </a:prstGeom>
                <a:blipFill>
                  <a:blip r:embed="rId8"/>
                  <a:stretch>
                    <a:fillRect l="-36000" r="-16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E281C7AA-83F9-4287-A93A-9E6E25102C06}"/>
                </a:ext>
              </a:extLst>
            </p:cNvPr>
            <p:cNvSpPr>
              <a:spLocks/>
            </p:cNvSpPr>
            <p:nvPr/>
          </p:nvSpPr>
          <p:spPr>
            <a:xfrm>
              <a:off x="4059391" y="1594464"/>
              <a:ext cx="86400" cy="86400"/>
            </a:xfrm>
            <a:prstGeom prst="rect">
              <a:avLst/>
            </a:prstGeom>
            <a:noFill/>
            <a:ln w="12700">
              <a:solidFill>
                <a:srgbClr val="FF11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45B4DECE-604E-4360-BE39-93875BA845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7591" y="1657333"/>
              <a:ext cx="43200" cy="42516"/>
            </a:xfrm>
            <a:prstGeom prst="ellips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dirty="0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5DEBF3-B3CA-45B5-96E0-CD27F4EAF5F0}"/>
              </a:ext>
            </a:extLst>
          </p:cNvPr>
          <p:cNvSpPr>
            <a:spLocks noChangeAspect="1"/>
          </p:cNvSpPr>
          <p:nvPr/>
        </p:nvSpPr>
        <p:spPr>
          <a:xfrm>
            <a:off x="1883905" y="2049517"/>
            <a:ext cx="180000" cy="180000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BD4CCE9-DA44-4629-81B1-68DC51097E1C}"/>
              </a:ext>
            </a:extLst>
          </p:cNvPr>
          <p:cNvCxnSpPr>
            <a:cxnSpLocks/>
          </p:cNvCxnSpPr>
          <p:nvPr/>
        </p:nvCxnSpPr>
        <p:spPr>
          <a:xfrm flipH="1" flipV="1">
            <a:off x="1583531" y="972000"/>
            <a:ext cx="396469" cy="1077518"/>
          </a:xfrm>
          <a:prstGeom prst="straightConnector1">
            <a:avLst/>
          </a:prstGeom>
          <a:ln w="9525">
            <a:solidFill>
              <a:srgbClr val="FF0000"/>
            </a:solidFill>
            <a:prstDash val="sys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9E22821C-2E96-47ED-B7C7-C35D3464F75D}"/>
                  </a:ext>
                </a:extLst>
              </p:cNvPr>
              <p:cNvSpPr txBox="1"/>
              <p:nvPr/>
            </p:nvSpPr>
            <p:spPr>
              <a:xfrm>
                <a:off x="1480459" y="582239"/>
                <a:ext cx="200403" cy="283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ko-KR" sz="1200" i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ko-KR" altLang="en-US" sz="1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9E22821C-2E96-47ED-B7C7-C35D3464F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459" y="582239"/>
                <a:ext cx="200403" cy="283347"/>
              </a:xfrm>
              <a:prstGeom prst="rect">
                <a:avLst/>
              </a:prstGeom>
              <a:blipFill>
                <a:blip r:embed="rId9"/>
                <a:stretch>
                  <a:fillRect l="-24242" r="-3030" b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직사각형 32">
            <a:extLst>
              <a:ext uri="{FF2B5EF4-FFF2-40B4-BE49-F238E27FC236}">
                <a16:creationId xmlns:a16="http://schemas.microsoft.com/office/drawing/2014/main" id="{A7033CC7-3ED0-48DF-BF65-4970C5E703D5}"/>
              </a:ext>
            </a:extLst>
          </p:cNvPr>
          <p:cNvSpPr/>
          <p:nvPr/>
        </p:nvSpPr>
        <p:spPr>
          <a:xfrm>
            <a:off x="144171" y="5147055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5a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87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13DE08-BC4E-44C3-AAE2-305A77169E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" t="6044" r="51848" b="60850"/>
          <a:stretch/>
        </p:blipFill>
        <p:spPr>
          <a:xfrm>
            <a:off x="0" y="2516291"/>
            <a:ext cx="3810677" cy="12022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0B8CDC8-2501-4CA0-83D8-137BBA31F0E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9" t="30193" r="12937" b="34693"/>
          <a:stretch/>
        </p:blipFill>
        <p:spPr>
          <a:xfrm>
            <a:off x="11112" y="1399420"/>
            <a:ext cx="3042000" cy="7596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88991D80-95EC-4954-B8B4-9A82BA87CF36}"/>
              </a:ext>
            </a:extLst>
          </p:cNvPr>
          <p:cNvGrpSpPr/>
          <p:nvPr/>
        </p:nvGrpSpPr>
        <p:grpSpPr>
          <a:xfrm>
            <a:off x="1414929" y="0"/>
            <a:ext cx="956117" cy="1095613"/>
            <a:chOff x="7643648" y="1056618"/>
            <a:chExt cx="956117" cy="1095613"/>
          </a:xfrm>
        </p:grpSpPr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DE6D5D3B-1884-45C4-B7F3-955A65BA3128}"/>
                </a:ext>
              </a:extLst>
            </p:cNvPr>
            <p:cNvSpPr/>
            <p:nvPr/>
          </p:nvSpPr>
          <p:spPr>
            <a:xfrm>
              <a:off x="7648006" y="1224120"/>
              <a:ext cx="943186" cy="598099"/>
            </a:xfrm>
            <a:custGeom>
              <a:avLst/>
              <a:gdLst>
                <a:gd name="connsiteX0" fmla="*/ 211 w 943186"/>
                <a:gd name="connsiteY0" fmla="*/ 78581 h 590550"/>
                <a:gd name="connsiteX1" fmla="*/ 331205 w 943186"/>
                <a:gd name="connsiteY1" fmla="*/ 80963 h 590550"/>
                <a:gd name="connsiteX2" fmla="*/ 326442 w 943186"/>
                <a:gd name="connsiteY2" fmla="*/ 0 h 590550"/>
                <a:gd name="connsiteX3" fmla="*/ 940805 w 943186"/>
                <a:gd name="connsiteY3" fmla="*/ 2381 h 590550"/>
                <a:gd name="connsiteX4" fmla="*/ 943186 w 943186"/>
                <a:gd name="connsiteY4" fmla="*/ 416719 h 590550"/>
                <a:gd name="connsiteX5" fmla="*/ 681248 w 943186"/>
                <a:gd name="connsiteY5" fmla="*/ 419100 h 590550"/>
                <a:gd name="connsiteX6" fmla="*/ 681248 w 943186"/>
                <a:gd name="connsiteY6" fmla="*/ 509588 h 590550"/>
                <a:gd name="connsiteX7" fmla="*/ 414548 w 943186"/>
                <a:gd name="connsiteY7" fmla="*/ 511969 h 590550"/>
                <a:gd name="connsiteX8" fmla="*/ 412167 w 943186"/>
                <a:gd name="connsiteY8" fmla="*/ 590550 h 590550"/>
                <a:gd name="connsiteX9" fmla="*/ 2592 w 943186"/>
                <a:gd name="connsiteY9" fmla="*/ 588169 h 590550"/>
                <a:gd name="connsiteX10" fmla="*/ 211 w 943186"/>
                <a:gd name="connsiteY10" fmla="*/ 78581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43186" h="590550">
                  <a:moveTo>
                    <a:pt x="211" y="78581"/>
                  </a:moveTo>
                  <a:lnTo>
                    <a:pt x="331205" y="80963"/>
                  </a:lnTo>
                  <a:lnTo>
                    <a:pt x="326442" y="0"/>
                  </a:lnTo>
                  <a:lnTo>
                    <a:pt x="940805" y="2381"/>
                  </a:lnTo>
                  <a:cubicBezTo>
                    <a:pt x="941599" y="140494"/>
                    <a:pt x="942392" y="278606"/>
                    <a:pt x="943186" y="416719"/>
                  </a:cubicBezTo>
                  <a:lnTo>
                    <a:pt x="681248" y="419100"/>
                  </a:lnTo>
                  <a:lnTo>
                    <a:pt x="681248" y="509588"/>
                  </a:lnTo>
                  <a:lnTo>
                    <a:pt x="414548" y="511969"/>
                  </a:lnTo>
                  <a:cubicBezTo>
                    <a:pt x="413754" y="538163"/>
                    <a:pt x="412961" y="564356"/>
                    <a:pt x="412167" y="590550"/>
                  </a:cubicBezTo>
                  <a:lnTo>
                    <a:pt x="2592" y="588169"/>
                  </a:lnTo>
                  <a:cubicBezTo>
                    <a:pt x="1005" y="418306"/>
                    <a:pt x="-583" y="248444"/>
                    <a:pt x="211" y="7858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0A81E3F-41F5-4516-856C-702B11C31D72}"/>
                </a:ext>
              </a:extLst>
            </p:cNvPr>
            <p:cNvCxnSpPr>
              <a:cxnSpLocks/>
            </p:cNvCxnSpPr>
            <p:nvPr/>
          </p:nvCxnSpPr>
          <p:spPr>
            <a:xfrm>
              <a:off x="7643648" y="1470796"/>
              <a:ext cx="95044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125ED6B-6B2C-4B84-ACF8-95BF94D2B31F}"/>
                </a:ext>
              </a:extLst>
            </p:cNvPr>
            <p:cNvCxnSpPr>
              <a:cxnSpLocks/>
            </p:cNvCxnSpPr>
            <p:nvPr/>
          </p:nvCxnSpPr>
          <p:spPr>
            <a:xfrm>
              <a:off x="7644624" y="1643036"/>
              <a:ext cx="95514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477D8A2-40A9-43A7-93DB-C86417B1EEB1}"/>
                </a:ext>
              </a:extLst>
            </p:cNvPr>
            <p:cNvCxnSpPr>
              <a:cxnSpLocks/>
            </p:cNvCxnSpPr>
            <p:nvPr/>
          </p:nvCxnSpPr>
          <p:spPr>
            <a:xfrm>
              <a:off x="7644624" y="1814132"/>
              <a:ext cx="420313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E25F959-FD12-471C-9A3B-47C0EBC0AE4C}"/>
                </a:ext>
              </a:extLst>
            </p:cNvPr>
            <p:cNvCxnSpPr>
              <a:cxnSpLocks/>
            </p:cNvCxnSpPr>
            <p:nvPr/>
          </p:nvCxnSpPr>
          <p:spPr>
            <a:xfrm>
              <a:off x="7644624" y="1736300"/>
              <a:ext cx="682249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46817F42-42AD-481E-8C31-8E5527CDA748}"/>
                </a:ext>
              </a:extLst>
            </p:cNvPr>
            <p:cNvCxnSpPr>
              <a:cxnSpLocks/>
            </p:cNvCxnSpPr>
            <p:nvPr/>
          </p:nvCxnSpPr>
          <p:spPr>
            <a:xfrm>
              <a:off x="7715743" y="1304109"/>
              <a:ext cx="0" cy="51240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02E2AA2-2D04-4DD0-BC5B-41E8370D4D28}"/>
                </a:ext>
              </a:extLst>
            </p:cNvPr>
            <p:cNvCxnSpPr>
              <a:cxnSpLocks/>
            </p:cNvCxnSpPr>
            <p:nvPr/>
          </p:nvCxnSpPr>
          <p:spPr>
            <a:xfrm>
              <a:off x="7803488" y="1304109"/>
              <a:ext cx="0" cy="51240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A454C63-50F0-4408-9927-35CEC8E7883B}"/>
                </a:ext>
              </a:extLst>
            </p:cNvPr>
            <p:cNvCxnSpPr>
              <a:cxnSpLocks/>
            </p:cNvCxnSpPr>
            <p:nvPr/>
          </p:nvCxnSpPr>
          <p:spPr>
            <a:xfrm>
              <a:off x="7891232" y="1304109"/>
              <a:ext cx="0" cy="51240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DA15FA6-B0EB-4364-BC97-B7C82C75930C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69" y="1225528"/>
              <a:ext cx="0" cy="590985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D8E8612-705D-4F66-99BF-3F1B6119F055}"/>
                </a:ext>
              </a:extLst>
            </p:cNvPr>
            <p:cNvCxnSpPr>
              <a:cxnSpLocks/>
            </p:cNvCxnSpPr>
            <p:nvPr/>
          </p:nvCxnSpPr>
          <p:spPr>
            <a:xfrm>
              <a:off x="8063245" y="1225528"/>
              <a:ext cx="0" cy="593906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86385B3-B95B-4D42-A14F-EED003C87A20}"/>
                </a:ext>
              </a:extLst>
            </p:cNvPr>
            <p:cNvCxnSpPr>
              <a:cxnSpLocks/>
            </p:cNvCxnSpPr>
            <p:nvPr/>
          </p:nvCxnSpPr>
          <p:spPr>
            <a:xfrm>
              <a:off x="8153190" y="1225528"/>
              <a:ext cx="0" cy="50818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60576467-CC30-4B0B-97D7-5430DADEF5B0}"/>
                </a:ext>
              </a:extLst>
            </p:cNvPr>
            <p:cNvCxnSpPr>
              <a:cxnSpLocks/>
            </p:cNvCxnSpPr>
            <p:nvPr/>
          </p:nvCxnSpPr>
          <p:spPr>
            <a:xfrm>
              <a:off x="8239385" y="1225528"/>
              <a:ext cx="0" cy="512943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B86F71A-7F0B-44C0-9944-34484929E1E8}"/>
                </a:ext>
              </a:extLst>
            </p:cNvPr>
            <p:cNvCxnSpPr>
              <a:cxnSpLocks/>
            </p:cNvCxnSpPr>
            <p:nvPr/>
          </p:nvCxnSpPr>
          <p:spPr>
            <a:xfrm>
              <a:off x="8325717" y="1225528"/>
              <a:ext cx="0" cy="5112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6503C38-47C3-43CE-A0AF-010AC5DFC15F}"/>
                </a:ext>
              </a:extLst>
            </p:cNvPr>
            <p:cNvCxnSpPr>
              <a:cxnSpLocks/>
            </p:cNvCxnSpPr>
            <p:nvPr/>
          </p:nvCxnSpPr>
          <p:spPr>
            <a:xfrm>
              <a:off x="8413461" y="1225528"/>
              <a:ext cx="0" cy="4176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1FCD5A54-4FCE-41D0-9D65-D52E27F8A148}"/>
                </a:ext>
              </a:extLst>
            </p:cNvPr>
            <p:cNvCxnSpPr>
              <a:cxnSpLocks/>
            </p:cNvCxnSpPr>
            <p:nvPr/>
          </p:nvCxnSpPr>
          <p:spPr>
            <a:xfrm>
              <a:off x="8501205" y="1225528"/>
              <a:ext cx="0" cy="42007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8C202928-7B0D-490A-A320-861A2F42E01A}"/>
                </a:ext>
              </a:extLst>
            </p:cNvPr>
            <p:cNvCxnSpPr>
              <a:cxnSpLocks/>
            </p:cNvCxnSpPr>
            <p:nvPr/>
          </p:nvCxnSpPr>
          <p:spPr>
            <a:xfrm>
              <a:off x="7644623" y="1554930"/>
              <a:ext cx="95514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44EBC77-F967-49B7-8DC8-6FF325620291}"/>
                </a:ext>
              </a:extLst>
            </p:cNvPr>
            <p:cNvCxnSpPr>
              <a:cxnSpLocks/>
            </p:cNvCxnSpPr>
            <p:nvPr/>
          </p:nvCxnSpPr>
          <p:spPr>
            <a:xfrm>
              <a:off x="7644623" y="1382690"/>
              <a:ext cx="95044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C7F667E5-A077-4A8A-BB99-6385AF7CFC9A}"/>
                </a:ext>
              </a:extLst>
            </p:cNvPr>
            <p:cNvCxnSpPr>
              <a:cxnSpLocks/>
            </p:cNvCxnSpPr>
            <p:nvPr/>
          </p:nvCxnSpPr>
          <p:spPr>
            <a:xfrm>
              <a:off x="7644623" y="1304109"/>
              <a:ext cx="950448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B3AF632-6A27-4595-B442-ACCAC84028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6829" y="1225528"/>
              <a:ext cx="618242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DDE9E8B5-5478-4B64-8D2B-855968989269}"/>
                </a:ext>
              </a:extLst>
            </p:cNvPr>
            <p:cNvCxnSpPr>
              <a:cxnSpLocks/>
            </p:cNvCxnSpPr>
            <p:nvPr/>
          </p:nvCxnSpPr>
          <p:spPr>
            <a:xfrm>
              <a:off x="8586047" y="1225528"/>
              <a:ext cx="0" cy="42007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035784A-05A4-4973-BE1E-992B001C484E}"/>
                </a:ext>
              </a:extLst>
            </p:cNvPr>
            <p:cNvSpPr/>
            <p:nvPr/>
          </p:nvSpPr>
          <p:spPr>
            <a:xfrm>
              <a:off x="7644623" y="1056618"/>
              <a:ext cx="949789" cy="106156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0CDCC33-D4AC-4A8F-B224-AEC2D63727F4}"/>
                </a:ext>
              </a:extLst>
            </p:cNvPr>
            <p:cNvGrpSpPr/>
            <p:nvPr/>
          </p:nvGrpSpPr>
          <p:grpSpPr>
            <a:xfrm>
              <a:off x="7904017" y="1661231"/>
              <a:ext cx="598947" cy="491000"/>
              <a:chOff x="8211195" y="2898687"/>
              <a:chExt cx="598947" cy="491000"/>
            </a:xfrm>
          </p:grpSpPr>
          <p:cxnSp>
            <p:nvCxnSpPr>
              <p:cNvPr id="65" name="직선 화살표 연결선 64">
                <a:extLst>
                  <a:ext uri="{FF2B5EF4-FFF2-40B4-BE49-F238E27FC236}">
                    <a16:creationId xmlns:a16="http://schemas.microsoft.com/office/drawing/2014/main" id="{A316E9DD-C421-4706-A5C7-FCCB136013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05391" y="3058982"/>
                <a:ext cx="180000" cy="296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화살표 연결선 65">
                <a:extLst>
                  <a:ext uri="{FF2B5EF4-FFF2-40B4-BE49-F238E27FC236}">
                    <a16:creationId xmlns:a16="http://schemas.microsoft.com/office/drawing/2014/main" id="{0079172E-A222-40DD-AF50-77719EC50E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2145" y="3091220"/>
                <a:ext cx="0" cy="18000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0A64BA5-E399-4E71-8321-749302875C7B}"/>
                      </a:ext>
                    </a:extLst>
                  </p:cNvPr>
                  <p:cNvSpPr txBox="1"/>
                  <p:nvPr/>
                </p:nvSpPr>
                <p:spPr>
                  <a:xfrm>
                    <a:off x="8609739" y="2898687"/>
                    <a:ext cx="20040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2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10A64BA5-E399-4E71-8321-749302875C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9739" y="2898687"/>
                    <a:ext cx="20040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15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A2AB86D7-5147-4FCC-A15E-136DE400D924}"/>
                      </a:ext>
                    </a:extLst>
                  </p:cNvPr>
                  <p:cNvSpPr txBox="1"/>
                  <p:nvPr/>
                </p:nvSpPr>
                <p:spPr>
                  <a:xfrm>
                    <a:off x="8211195" y="3086462"/>
                    <a:ext cx="157050" cy="3032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2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A2AB86D7-5147-4FCC-A15E-136DE400D9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11195" y="3086462"/>
                    <a:ext cx="157050" cy="3032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4615" r="-1538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B1451D20-75B9-4B4D-AA64-C465D183AA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81806" y="2971549"/>
                <a:ext cx="86400" cy="86400"/>
              </a:xfrm>
              <a:prstGeom prst="rect">
                <a:avLst/>
              </a:prstGeom>
              <a:noFill/>
              <a:ln w="12700">
                <a:solidFill>
                  <a:srgbClr val="FF111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/>
              </a:p>
            </p:txBody>
          </p:sp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E15AF3A2-606F-4639-AFBD-D6B328B109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50006" y="3034418"/>
                <a:ext cx="43200" cy="4251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3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3480F24-1FAA-4D09-83AA-0926C5FB8B15}"/>
                    </a:ext>
                  </a:extLst>
                </p:cNvPr>
                <p:cNvSpPr txBox="1"/>
                <p:nvPr/>
              </p:nvSpPr>
              <p:spPr>
                <a:xfrm>
                  <a:off x="8170066" y="1793615"/>
                  <a:ext cx="200403" cy="283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III</m:t>
                            </m:r>
                          </m:sub>
                        </m:sSub>
                      </m:oMath>
                    </m:oMathPara>
                  </a14:m>
                  <a:endParaRPr lang="ko-KR" altLang="en-US" sz="12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3480F24-1FAA-4D09-83AA-0926C5FB8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0066" y="1793615"/>
                  <a:ext cx="200403" cy="283347"/>
                </a:xfrm>
                <a:prstGeom prst="rect">
                  <a:avLst/>
                </a:prstGeom>
                <a:blipFill>
                  <a:blip r:embed="rId6"/>
                  <a:stretch>
                    <a:fillRect l="-48485" r="-30303" b="-43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2223E56-5115-4F74-A2E1-D7781FB83BAA}"/>
              </a:ext>
            </a:extLst>
          </p:cNvPr>
          <p:cNvSpPr/>
          <p:nvPr/>
        </p:nvSpPr>
        <p:spPr>
          <a:xfrm>
            <a:off x="0" y="2163950"/>
            <a:ext cx="3053112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Abaqus/Standard 2024</a:t>
            </a:r>
            <a:endParaRPr lang="ko-KR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F6EA9E7-A1C4-4809-8D79-8C48FA9B2BAE}"/>
              </a:ext>
            </a:extLst>
          </p:cNvPr>
          <p:cNvSpPr>
            <a:spLocks noChangeAspect="1"/>
          </p:cNvSpPr>
          <p:nvPr/>
        </p:nvSpPr>
        <p:spPr>
          <a:xfrm>
            <a:off x="1981538" y="2066185"/>
            <a:ext cx="108000" cy="108000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BF6BDD0D-D472-4196-B9B8-2DA8B1B39847}"/>
              </a:ext>
            </a:extLst>
          </p:cNvPr>
          <p:cNvCxnSpPr>
            <a:cxnSpLocks/>
            <a:stCxn id="76" idx="0"/>
            <a:endCxn id="33" idx="2"/>
          </p:cNvCxnSpPr>
          <p:nvPr/>
        </p:nvCxnSpPr>
        <p:spPr>
          <a:xfrm flipH="1" flipV="1">
            <a:off x="1890799" y="1061569"/>
            <a:ext cx="144739" cy="1004616"/>
          </a:xfrm>
          <a:prstGeom prst="straightConnector1">
            <a:avLst/>
          </a:prstGeom>
          <a:ln w="9525">
            <a:solidFill>
              <a:srgbClr val="FF0000"/>
            </a:solidFill>
            <a:prstDash val="sys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그림 79">
            <a:extLst>
              <a:ext uri="{FF2B5EF4-FFF2-40B4-BE49-F238E27FC236}">
                <a16:creationId xmlns:a16="http://schemas.microsoft.com/office/drawing/2014/main" id="{962BDB51-D7AD-4D11-A6C7-5CC3DC3D0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" t="642" r="88621" b="71980"/>
          <a:stretch/>
        </p:blipFill>
        <p:spPr>
          <a:xfrm>
            <a:off x="3051550" y="768064"/>
            <a:ext cx="987190" cy="1406121"/>
          </a:xfrm>
          <a:prstGeom prst="rect">
            <a:avLst/>
          </a:prstGeom>
          <a:ln>
            <a:noFill/>
          </a:ln>
        </p:spPr>
      </p:pic>
      <p:sp>
        <p:nvSpPr>
          <p:cNvPr id="81" name="직사각형 80">
            <a:extLst>
              <a:ext uri="{FF2B5EF4-FFF2-40B4-BE49-F238E27FC236}">
                <a16:creationId xmlns:a16="http://schemas.microsoft.com/office/drawing/2014/main" id="{6B7229BB-8883-4C74-A78C-4CD334CEC054}"/>
              </a:ext>
            </a:extLst>
          </p:cNvPr>
          <p:cNvSpPr/>
          <p:nvPr/>
        </p:nvSpPr>
        <p:spPr>
          <a:xfrm>
            <a:off x="0" y="3588255"/>
            <a:ext cx="3053112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MBESO2D</a:t>
            </a:r>
            <a:endParaRPr lang="ko-KR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58AE6B3-134D-41FA-84BE-DF9D227368FA}"/>
              </a:ext>
            </a:extLst>
          </p:cNvPr>
          <p:cNvSpPr/>
          <p:nvPr/>
        </p:nvSpPr>
        <p:spPr>
          <a:xfrm>
            <a:off x="0" y="3824475"/>
            <a:ext cx="1980000" cy="239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C49AF19-8FDA-45DE-B5C2-7F1C4E5F10B6}"/>
              </a:ext>
            </a:extLst>
          </p:cNvPr>
          <p:cNvSpPr/>
          <p:nvPr/>
        </p:nvSpPr>
        <p:spPr>
          <a:xfrm>
            <a:off x="144171" y="5147055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5b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068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130A510-63C1-4C38-BB10-AADB42C3B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38100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97B98-A734-4B10-AB42-030F6A960686}"/>
              </a:ext>
            </a:extLst>
          </p:cNvPr>
          <p:cNvSpPr/>
          <p:nvPr/>
        </p:nvSpPr>
        <p:spPr>
          <a:xfrm>
            <a:off x="6096000" y="3179427"/>
            <a:ext cx="310392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C491E6-CD61-4A79-AC6D-8E9755494AA5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altLang="ko-KR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6a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008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그림 52">
            <a:extLst>
              <a:ext uri="{FF2B5EF4-FFF2-40B4-BE49-F238E27FC236}">
                <a16:creationId xmlns:a16="http://schemas.microsoft.com/office/drawing/2014/main" id="{61AACD68-16C6-4B3F-9CFF-C087673996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41" t="16679" r="6026" b="7888"/>
          <a:stretch/>
        </p:blipFill>
        <p:spPr>
          <a:xfrm>
            <a:off x="3424312" y="2762973"/>
            <a:ext cx="2856709" cy="1912621"/>
          </a:xfrm>
          <a:prstGeom prst="rect">
            <a:avLst/>
          </a:prstGeom>
        </p:spPr>
      </p:pic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A9F18BC9-8351-4E27-8A77-6502CCC65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688622"/>
              </p:ext>
            </p:extLst>
          </p:nvPr>
        </p:nvGraphicFramePr>
        <p:xfrm>
          <a:off x="3429000" y="1524000"/>
          <a:ext cx="533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60">
                  <a:extLst>
                    <a:ext uri="{9D8B030D-6E8A-4147-A177-3AD203B41FA5}">
                      <a16:colId xmlns:a16="http://schemas.microsoft.com/office/drawing/2014/main" val="3819955467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3661758933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3188810138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1857036137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3352335102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3057478107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4124035426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4288323036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3341818447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493047627"/>
                    </a:ext>
                  </a:extLst>
                </a:gridCol>
                <a:gridCol w="390204">
                  <a:extLst>
                    <a:ext uri="{9D8B030D-6E8A-4147-A177-3AD203B41FA5}">
                      <a16:colId xmlns:a16="http://schemas.microsoft.com/office/drawing/2014/main" val="2993483385"/>
                    </a:ext>
                  </a:extLst>
                </a:gridCol>
              </a:tblGrid>
              <a:tr h="2406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Iteration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833791"/>
                  </a:ext>
                </a:extLst>
              </a:tr>
              <a:tr h="2406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Element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spc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148847"/>
                  </a:ext>
                </a:extLst>
              </a:tr>
              <a:tr h="2406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583546"/>
                  </a:ext>
                </a:extLst>
              </a:tr>
              <a:tr h="2406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5829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spc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3736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37596709-BFC7-4B60-8BA7-8B26DF3233FE}"/>
              </a:ext>
            </a:extLst>
          </p:cNvPr>
          <p:cNvSpPr/>
          <p:nvPr/>
        </p:nvSpPr>
        <p:spPr>
          <a:xfrm>
            <a:off x="4190348" y="2616894"/>
            <a:ext cx="603739" cy="3478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974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D7ECA4-2FFA-416A-AA84-E77F3BF59F1C}"/>
              </a:ext>
            </a:extLst>
          </p:cNvPr>
          <p:cNvSpPr/>
          <p:nvPr/>
        </p:nvSpPr>
        <p:spPr>
          <a:xfrm>
            <a:off x="4775849" y="2616894"/>
            <a:ext cx="972231" cy="3478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5829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1_shape171">
            <a:extLst>
              <a:ext uri="{FF2B5EF4-FFF2-40B4-BE49-F238E27FC236}">
                <a16:creationId xmlns:a16="http://schemas.microsoft.com/office/drawing/2014/main" id="{C33FF3E2-2515-4848-9CE5-380BB29D71D5}"/>
              </a:ext>
            </a:extLst>
          </p:cNvPr>
          <p:cNvSpPr>
            <a:spLocks noGrp="1"/>
          </p:cNvSpPr>
          <p:nvPr/>
        </p:nvSpPr>
        <p:spPr>
          <a:xfrm>
            <a:off x="3023832" y="6016037"/>
            <a:ext cx="110700" cy="95100"/>
          </a:xfrm>
          <a:prstGeom prst="rect">
            <a:avLst/>
          </a:prstGeom>
          <a:solidFill>
            <a:srgbClr val="0000FF"/>
          </a:solidFill>
          <a:ln w="0">
            <a:noFill/>
            <a:prstDash val="solid"/>
          </a:ln>
        </p:spPr>
      </p:sp>
      <p:sp>
        <p:nvSpPr>
          <p:cNvPr id="19" name="s1_shape172">
            <a:extLst>
              <a:ext uri="{FF2B5EF4-FFF2-40B4-BE49-F238E27FC236}">
                <a16:creationId xmlns:a16="http://schemas.microsoft.com/office/drawing/2014/main" id="{87339E16-B836-43FE-AC43-2939CC24E486}"/>
              </a:ext>
            </a:extLst>
          </p:cNvPr>
          <p:cNvSpPr>
            <a:spLocks noGrp="1"/>
          </p:cNvSpPr>
          <p:nvPr/>
        </p:nvSpPr>
        <p:spPr>
          <a:xfrm>
            <a:off x="3198432" y="5976437"/>
            <a:ext cx="1126800" cy="17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>
                <a:latin typeface="Times New Roman"/>
                <a:ea typeface="Times New Roman"/>
                <a:cs typeface="Times New Roman"/>
              </a:defRPr>
            </a:pPr>
            <a:r>
              <a:rPr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Tensile material</a:t>
            </a:r>
          </a:p>
        </p:txBody>
      </p:sp>
      <p:sp>
        <p:nvSpPr>
          <p:cNvPr id="20" name="s1_shape173">
            <a:extLst>
              <a:ext uri="{FF2B5EF4-FFF2-40B4-BE49-F238E27FC236}">
                <a16:creationId xmlns:a16="http://schemas.microsoft.com/office/drawing/2014/main" id="{FFCF9A31-908E-49A7-8DC1-1626A158A68D}"/>
              </a:ext>
            </a:extLst>
          </p:cNvPr>
          <p:cNvSpPr>
            <a:spLocks noGrp="1"/>
          </p:cNvSpPr>
          <p:nvPr/>
        </p:nvSpPr>
        <p:spPr>
          <a:xfrm>
            <a:off x="4077270" y="6016037"/>
            <a:ext cx="110700" cy="95100"/>
          </a:xfrm>
          <a:prstGeom prst="rect">
            <a:avLst/>
          </a:prstGeom>
          <a:solidFill>
            <a:srgbClr val="FF0000"/>
          </a:solidFill>
          <a:ln w="0">
            <a:noFill/>
            <a:prstDash val="solid"/>
          </a:ln>
        </p:spPr>
      </p:sp>
      <p:sp>
        <p:nvSpPr>
          <p:cNvPr id="21" name="s1_shape174">
            <a:extLst>
              <a:ext uri="{FF2B5EF4-FFF2-40B4-BE49-F238E27FC236}">
                <a16:creationId xmlns:a16="http://schemas.microsoft.com/office/drawing/2014/main" id="{EBCB0F2A-B2B5-4286-9CFF-133FFCABC335}"/>
              </a:ext>
            </a:extLst>
          </p:cNvPr>
          <p:cNvSpPr>
            <a:spLocks noGrp="1"/>
          </p:cNvSpPr>
          <p:nvPr/>
        </p:nvSpPr>
        <p:spPr>
          <a:xfrm>
            <a:off x="4251870" y="5976437"/>
            <a:ext cx="1404600" cy="17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>
                <a:latin typeface="Times New Roman"/>
                <a:ea typeface="Times New Roman"/>
                <a:cs typeface="Times New Roman"/>
              </a:defRPr>
            </a:pPr>
            <a:r>
              <a:rPr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Compressive material</a:t>
            </a:r>
          </a:p>
        </p:txBody>
      </p:sp>
      <p:sp>
        <p:nvSpPr>
          <p:cNvPr id="22" name="s1_shape175">
            <a:extLst>
              <a:ext uri="{FF2B5EF4-FFF2-40B4-BE49-F238E27FC236}">
                <a16:creationId xmlns:a16="http://schemas.microsoft.com/office/drawing/2014/main" id="{AA1B2634-FAC6-4833-B292-8918EFFF6955}"/>
              </a:ext>
            </a:extLst>
          </p:cNvPr>
          <p:cNvSpPr>
            <a:spLocks noGrp="1"/>
          </p:cNvSpPr>
          <p:nvPr/>
        </p:nvSpPr>
        <p:spPr>
          <a:xfrm>
            <a:off x="5327739" y="6016037"/>
            <a:ext cx="110700" cy="95100"/>
          </a:xfrm>
          <a:prstGeom prst="rect">
            <a:avLst/>
          </a:prstGeom>
          <a:solidFill>
            <a:srgbClr val="FFFFFF"/>
          </a:solidFill>
          <a:ln w="4763">
            <a:solidFill>
              <a:srgbClr val="999999"/>
            </a:solidFill>
            <a:prstDash val="solid"/>
          </a:ln>
        </p:spPr>
      </p:sp>
      <p:sp>
        <p:nvSpPr>
          <p:cNvPr id="23" name="s1_shape176">
            <a:extLst>
              <a:ext uri="{FF2B5EF4-FFF2-40B4-BE49-F238E27FC236}">
                <a16:creationId xmlns:a16="http://schemas.microsoft.com/office/drawing/2014/main" id="{10E5A0FD-573B-4722-B19F-23F2798D7E49}"/>
              </a:ext>
            </a:extLst>
          </p:cNvPr>
          <p:cNvSpPr>
            <a:spLocks noGrp="1"/>
          </p:cNvSpPr>
          <p:nvPr/>
        </p:nvSpPr>
        <p:spPr>
          <a:xfrm>
            <a:off x="5492179" y="5976437"/>
            <a:ext cx="515700" cy="17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>
                <a:latin typeface="Times New Roman"/>
                <a:ea typeface="Times New Roman"/>
                <a:cs typeface="Times New Roman"/>
              </a:defRPr>
            </a:pPr>
            <a:r>
              <a:rPr sz="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Void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A906964-041E-4D53-95C2-F2A9A5AF3A97}"/>
              </a:ext>
            </a:extLst>
          </p:cNvPr>
          <p:cNvGrpSpPr/>
          <p:nvPr/>
        </p:nvGrpSpPr>
        <p:grpSpPr>
          <a:xfrm>
            <a:off x="4966075" y="2117187"/>
            <a:ext cx="180000" cy="453844"/>
            <a:chOff x="4966075" y="2015587"/>
            <a:chExt cx="180000" cy="453844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30152BD-C5DA-4870-A963-BCD241E8AF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0000F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D2055F1-F640-45D0-91DC-749D4FD3EE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rgbClr val="0000F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D0ED0F5-4D94-4576-B644-B909BC07E454}"/>
              </a:ext>
            </a:extLst>
          </p:cNvPr>
          <p:cNvGrpSpPr/>
          <p:nvPr/>
        </p:nvGrpSpPr>
        <p:grpSpPr>
          <a:xfrm>
            <a:off x="8481753" y="2117187"/>
            <a:ext cx="180000" cy="453844"/>
            <a:chOff x="4966075" y="2015587"/>
            <a:chExt cx="180000" cy="453844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958AAE9-C956-4781-AEA4-C35103CDEB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0000F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60746BF4-0E38-4A7B-B088-74AE0FC196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434FAEA-6153-474D-A0D7-D1E9B950D1EF}"/>
              </a:ext>
            </a:extLst>
          </p:cNvPr>
          <p:cNvGrpSpPr/>
          <p:nvPr/>
        </p:nvGrpSpPr>
        <p:grpSpPr>
          <a:xfrm>
            <a:off x="6915446" y="2117187"/>
            <a:ext cx="180000" cy="453844"/>
            <a:chOff x="4966075" y="2015587"/>
            <a:chExt cx="180000" cy="453844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0DB8B146-EEBC-49DB-A874-F752F8499A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0000F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13C182FE-0178-445E-91D0-F4CE0E0BA4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5779A3A5-AA29-4647-8FD6-2C835D315D51}"/>
              </a:ext>
            </a:extLst>
          </p:cNvPr>
          <p:cNvGrpSpPr/>
          <p:nvPr/>
        </p:nvGrpSpPr>
        <p:grpSpPr>
          <a:xfrm>
            <a:off x="6525047" y="2120775"/>
            <a:ext cx="180000" cy="453844"/>
            <a:chOff x="4966075" y="2015587"/>
            <a:chExt cx="180000" cy="453844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AAF92D21-01B3-4994-85F8-65EEEE330E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FF0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9708E4F-271A-4E48-A97D-D074C57385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43357F50-49F6-47E3-84F4-8AFF0FB82586}"/>
              </a:ext>
            </a:extLst>
          </p:cNvPr>
          <p:cNvGrpSpPr/>
          <p:nvPr/>
        </p:nvGrpSpPr>
        <p:grpSpPr>
          <a:xfrm>
            <a:off x="6134648" y="2117187"/>
            <a:ext cx="180000" cy="453844"/>
            <a:chOff x="4966075" y="2015587"/>
            <a:chExt cx="180000" cy="453844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0F79F94-2AA8-4934-9998-3BE000357C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0000F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756BB71-258F-4952-A8B7-BBFAED3555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13760A5-F79D-40B0-A62C-20645116375E}"/>
              </a:ext>
            </a:extLst>
          </p:cNvPr>
          <p:cNvGrpSpPr/>
          <p:nvPr/>
        </p:nvGrpSpPr>
        <p:grpSpPr>
          <a:xfrm>
            <a:off x="5749228" y="2117020"/>
            <a:ext cx="180000" cy="453844"/>
            <a:chOff x="4966075" y="2015587"/>
            <a:chExt cx="180000" cy="453844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B66C0852-10A0-4149-8794-3BE3FE3BE3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FF0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24A8979F-E2D9-408C-99E3-59247EDB8C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79BCF3F-3C7D-4EFA-8A02-303C8B495030}"/>
              </a:ext>
            </a:extLst>
          </p:cNvPr>
          <p:cNvGrpSpPr/>
          <p:nvPr/>
        </p:nvGrpSpPr>
        <p:grpSpPr>
          <a:xfrm>
            <a:off x="5358829" y="2117020"/>
            <a:ext cx="180000" cy="453844"/>
            <a:chOff x="4966075" y="2015587"/>
            <a:chExt cx="180000" cy="453844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954C3663-1419-4230-9875-2A395EC8CE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0000F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69DF8403-2A7A-4A43-A20C-564658AB4E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B9A86D98-C58F-466C-9F83-ADAD5E0A120A}"/>
              </a:ext>
            </a:extLst>
          </p:cNvPr>
          <p:cNvGrpSpPr/>
          <p:nvPr/>
        </p:nvGrpSpPr>
        <p:grpSpPr>
          <a:xfrm>
            <a:off x="8088998" y="2117020"/>
            <a:ext cx="180000" cy="453844"/>
            <a:chOff x="4966075" y="2015587"/>
            <a:chExt cx="180000" cy="453844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BAA28732-A45E-4525-BE9F-7DF8B07040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FF0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5087CC8C-9C72-425F-BE08-FC7FA7BE8D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FEC319D5-95BD-4880-9A07-F1D1327C5361}"/>
              </a:ext>
            </a:extLst>
          </p:cNvPr>
          <p:cNvGrpSpPr/>
          <p:nvPr/>
        </p:nvGrpSpPr>
        <p:grpSpPr>
          <a:xfrm>
            <a:off x="7698599" y="2120608"/>
            <a:ext cx="180000" cy="453844"/>
            <a:chOff x="4966075" y="2015587"/>
            <a:chExt cx="180000" cy="453844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4CC305A5-2C1F-46D4-AE1C-1FD0AE956C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FF0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72AB25E-1CD0-4017-B8EA-7E3440C342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DD6EFA9-CCF7-4357-A6D7-513E78270380}"/>
              </a:ext>
            </a:extLst>
          </p:cNvPr>
          <p:cNvGrpSpPr/>
          <p:nvPr/>
        </p:nvGrpSpPr>
        <p:grpSpPr>
          <a:xfrm>
            <a:off x="7308200" y="2117020"/>
            <a:ext cx="180000" cy="453844"/>
            <a:chOff x="4966075" y="2015587"/>
            <a:chExt cx="180000" cy="453844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F1CE6706-E0BF-4F90-A3F2-51BCE339CC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015587"/>
              <a:ext cx="180000" cy="180000"/>
            </a:xfrm>
            <a:prstGeom prst="rect">
              <a:avLst/>
            </a:prstGeom>
            <a:solidFill>
              <a:srgbClr val="0000FF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0B94AC1D-62FB-4DA8-9CF9-942B730CD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66075" y="228943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DFB602F2-2258-4DC1-AB76-B9C4304A7F35}"/>
              </a:ext>
            </a:extLst>
          </p:cNvPr>
          <p:cNvGrpSpPr/>
          <p:nvPr/>
        </p:nvGrpSpPr>
        <p:grpSpPr>
          <a:xfrm>
            <a:off x="6365662" y="2987380"/>
            <a:ext cx="2340824" cy="1024592"/>
            <a:chOff x="6387887" y="3249000"/>
            <a:chExt cx="2340824" cy="1024592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3C85DE1A-4752-4620-A783-2111F2E93547}"/>
                </a:ext>
              </a:extLst>
            </p:cNvPr>
            <p:cNvGrpSpPr/>
            <p:nvPr/>
          </p:nvGrpSpPr>
          <p:grpSpPr>
            <a:xfrm>
              <a:off x="6391259" y="3249000"/>
              <a:ext cx="1878287" cy="180000"/>
              <a:chOff x="3572617" y="2600060"/>
              <a:chExt cx="1878287" cy="180000"/>
            </a:xfrm>
          </p:grpSpPr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B47AAEFC-4C36-4EF5-87CE-6D3B397C1C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72617" y="2600060"/>
                <a:ext cx="180000" cy="180000"/>
              </a:xfrm>
              <a:prstGeom prst="rect">
                <a:avLst/>
              </a:prstGeom>
              <a:solidFill>
                <a:srgbClr val="0000FF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BC194095-DABD-4E7D-9F49-9A3B38C43E48}"/>
                  </a:ext>
                </a:extLst>
              </p:cNvPr>
              <p:cNvSpPr/>
              <p:nvPr/>
            </p:nvSpPr>
            <p:spPr>
              <a:xfrm>
                <a:off x="3711341" y="2600060"/>
                <a:ext cx="1739563" cy="1743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Tension material</a:t>
                </a:r>
                <a:endParaRPr lang="ko-KR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0F5740A2-6806-47FA-ACF3-3DC020A3439E}"/>
                </a:ext>
              </a:extLst>
            </p:cNvPr>
            <p:cNvGrpSpPr/>
            <p:nvPr/>
          </p:nvGrpSpPr>
          <p:grpSpPr>
            <a:xfrm>
              <a:off x="6387887" y="3674146"/>
              <a:ext cx="2340824" cy="180000"/>
              <a:chOff x="3572617" y="2889967"/>
              <a:chExt cx="2340824" cy="180000"/>
            </a:xfrm>
          </p:grpSpPr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DC7D59FE-8ECC-4A49-9130-79DED35B6B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72617" y="2889967"/>
                <a:ext cx="180000" cy="180000"/>
              </a:xfrm>
              <a:prstGeom prst="rect">
                <a:avLst/>
              </a:prstGeom>
              <a:solidFill>
                <a:srgbClr val="FF0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6839FFEE-EBB8-4D2A-8FF9-32F22E601687}"/>
                  </a:ext>
                </a:extLst>
              </p:cNvPr>
              <p:cNvSpPr/>
              <p:nvPr/>
            </p:nvSpPr>
            <p:spPr>
              <a:xfrm>
                <a:off x="3711341" y="2889967"/>
                <a:ext cx="2202100" cy="1743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Compression material</a:t>
                </a:r>
                <a:endParaRPr lang="ko-KR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7A3D987-6599-4AC0-AF53-8CAA4BBD47FA}"/>
                </a:ext>
              </a:extLst>
            </p:cNvPr>
            <p:cNvGrpSpPr/>
            <p:nvPr/>
          </p:nvGrpSpPr>
          <p:grpSpPr>
            <a:xfrm>
              <a:off x="6387887" y="4093592"/>
              <a:ext cx="879038" cy="180000"/>
              <a:chOff x="3572617" y="3181186"/>
              <a:chExt cx="879038" cy="180000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9543E492-4117-4B9E-8D0B-6234B4DEBE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72617" y="3181186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13BB58D0-FC24-4F55-B52F-63B380334640}"/>
                  </a:ext>
                </a:extLst>
              </p:cNvPr>
              <p:cNvSpPr/>
              <p:nvPr/>
            </p:nvSpPr>
            <p:spPr>
              <a:xfrm>
                <a:off x="3711341" y="3181186"/>
                <a:ext cx="740314" cy="1743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Void</a:t>
                </a:r>
                <a:endParaRPr lang="ko-KR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396B4A2-97C7-4BBB-B82D-DDF26A4AADD7}"/>
              </a:ext>
            </a:extLst>
          </p:cNvPr>
          <p:cNvSpPr/>
          <p:nvPr/>
        </p:nvSpPr>
        <p:spPr>
          <a:xfrm>
            <a:off x="3527425" y="4605744"/>
            <a:ext cx="2632075" cy="5377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 assignment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iteration 10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AF157D5-F515-4DD5-AF62-0C9FA1B1B5ED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6b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4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97B98-A734-4B10-AB42-030F6A960686}"/>
              </a:ext>
            </a:extLst>
          </p:cNvPr>
          <p:cNvSpPr/>
          <p:nvPr/>
        </p:nvSpPr>
        <p:spPr>
          <a:xfrm>
            <a:off x="6096000" y="3179427"/>
            <a:ext cx="310392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F0D54E-8030-4BE5-9ABC-5AC2393A6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3810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7596709-BFC7-4B60-8BA7-8B26DF3233FE}"/>
              </a:ext>
            </a:extLst>
          </p:cNvPr>
          <p:cNvSpPr/>
          <p:nvPr/>
        </p:nvSpPr>
        <p:spPr>
          <a:xfrm>
            <a:off x="5667521" y="3498322"/>
            <a:ext cx="972231" cy="3478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0.2056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EA3906-8180-490D-99B3-F97E43C0F3D2}"/>
              </a:ext>
            </a:extLst>
          </p:cNvPr>
          <p:cNvSpPr/>
          <p:nvPr/>
        </p:nvSpPr>
        <p:spPr>
          <a:xfrm>
            <a:off x="5667521" y="4383886"/>
            <a:ext cx="972231" cy="3478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–0.3732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85DB5D1-BF7A-4A67-8CBB-E7B84E23A554}"/>
              </a:ext>
            </a:extLst>
          </p:cNvPr>
          <p:cNvCxnSpPr>
            <a:cxnSpLocks/>
          </p:cNvCxnSpPr>
          <p:nvPr/>
        </p:nvCxnSpPr>
        <p:spPr>
          <a:xfrm>
            <a:off x="6553200" y="3755231"/>
            <a:ext cx="280988" cy="233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9E36284-E554-4BD9-B141-EA4CD175AC9C}"/>
              </a:ext>
            </a:extLst>
          </p:cNvPr>
          <p:cNvCxnSpPr>
            <a:cxnSpLocks/>
          </p:cNvCxnSpPr>
          <p:nvPr/>
        </p:nvCxnSpPr>
        <p:spPr>
          <a:xfrm flipV="1">
            <a:off x="6553200" y="4298584"/>
            <a:ext cx="280987" cy="2592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87426A-5257-4840-849A-9CE86E95B113}"/>
              </a:ext>
            </a:extLst>
          </p:cNvPr>
          <p:cNvSpPr/>
          <p:nvPr/>
        </p:nvSpPr>
        <p:spPr>
          <a:xfrm>
            <a:off x="7141522" y="3498322"/>
            <a:ext cx="972231" cy="3478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–0.2166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BBF33C8-40DF-4225-AB71-22A23B3088C7}"/>
              </a:ext>
            </a:extLst>
          </p:cNvPr>
          <p:cNvCxnSpPr>
            <a:cxnSpLocks/>
          </p:cNvCxnSpPr>
          <p:nvPr/>
        </p:nvCxnSpPr>
        <p:spPr>
          <a:xfrm flipH="1">
            <a:off x="7386638" y="3783806"/>
            <a:ext cx="295275" cy="3262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63CA73-1CE5-454A-8308-F60D4F612FA6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6c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088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4160DF-D181-4F08-8B24-05DF9DA67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38100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97B98-A734-4B10-AB42-030F6A960686}"/>
              </a:ext>
            </a:extLst>
          </p:cNvPr>
          <p:cNvSpPr/>
          <p:nvPr/>
        </p:nvSpPr>
        <p:spPr>
          <a:xfrm>
            <a:off x="6096000" y="3179427"/>
            <a:ext cx="310392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506893E-3983-4523-A6D7-F577D133CE10}"/>
              </a:ext>
            </a:extLst>
          </p:cNvPr>
          <p:cNvCxnSpPr>
            <a:cxnSpLocks/>
          </p:cNvCxnSpPr>
          <p:nvPr/>
        </p:nvCxnSpPr>
        <p:spPr>
          <a:xfrm flipH="1">
            <a:off x="4754880" y="4396740"/>
            <a:ext cx="480060" cy="121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C3D0AF-07EA-4FDE-84EE-216C1F18326B}"/>
              </a:ext>
            </a:extLst>
          </p:cNvPr>
          <p:cNvSpPr/>
          <p:nvPr/>
        </p:nvSpPr>
        <p:spPr>
          <a:xfrm>
            <a:off x="5017770" y="4215217"/>
            <a:ext cx="972231" cy="3478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0.0096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68F440-8A08-43F0-8309-840901ED5921}"/>
              </a:ext>
            </a:extLst>
          </p:cNvPr>
          <p:cNvSpPr/>
          <p:nvPr/>
        </p:nvSpPr>
        <p:spPr>
          <a:xfrm>
            <a:off x="4667047" y="3662273"/>
            <a:ext cx="972231" cy="3478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0.0262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126CFD8-4667-413C-99CE-73BB2AB6E05A}"/>
              </a:ext>
            </a:extLst>
          </p:cNvPr>
          <p:cNvCxnSpPr>
            <a:cxnSpLocks/>
          </p:cNvCxnSpPr>
          <p:nvPr/>
        </p:nvCxnSpPr>
        <p:spPr>
          <a:xfrm flipH="1">
            <a:off x="4702902" y="3937427"/>
            <a:ext cx="219618" cy="318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600749-2F92-4DDB-93E3-D554860A543A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6d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062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97B98-A734-4B10-AB42-030F6A960686}"/>
              </a:ext>
            </a:extLst>
          </p:cNvPr>
          <p:cNvSpPr/>
          <p:nvPr/>
        </p:nvSpPr>
        <p:spPr>
          <a:xfrm>
            <a:off x="6096000" y="3179427"/>
            <a:ext cx="310392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B4A274-151D-40AE-AE21-DB44DF06C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3810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45FF933-AA18-4FA1-B087-927890416067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7a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400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E2783F4D-B545-433D-AD6D-1F4E7DF20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38100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97B98-A734-4B10-AB42-030F6A960686}"/>
              </a:ext>
            </a:extLst>
          </p:cNvPr>
          <p:cNvSpPr/>
          <p:nvPr/>
        </p:nvSpPr>
        <p:spPr>
          <a:xfrm>
            <a:off x="6096000" y="3179427"/>
            <a:ext cx="310392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8C388D-B205-4A8A-AEE8-BF6842D131DE}"/>
              </a:ext>
            </a:extLst>
          </p:cNvPr>
          <p:cNvSpPr/>
          <p:nvPr/>
        </p:nvSpPr>
        <p:spPr>
          <a:xfrm>
            <a:off x="7389017" y="4594394"/>
            <a:ext cx="316800" cy="108000"/>
          </a:xfrm>
          <a:prstGeom prst="rect">
            <a:avLst/>
          </a:prstGeom>
          <a:noFill/>
          <a:ln w="63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24CC8DA-7005-48A7-B354-915051335430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015163" y="4356485"/>
            <a:ext cx="532254" cy="237909"/>
          </a:xfrm>
          <a:prstGeom prst="line">
            <a:avLst/>
          </a:prstGeom>
          <a:ln w="63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5CBC9F8B-296E-4A18-82D6-69DCE0CAA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588" y="2636947"/>
            <a:ext cx="3200400" cy="1714500"/>
          </a:xfrm>
          <a:prstGeom prst="rect">
            <a:avLst/>
          </a:prstGeom>
          <a:solidFill>
            <a:schemeClr val="bg1"/>
          </a:solidFill>
          <a:ln w="6350">
            <a:solidFill>
              <a:srgbClr val="FF0000"/>
            </a:solidFill>
            <a:prstDash val="sysDash"/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27BAD1-78DD-4085-9406-CA102715FD64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7b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43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585617DF-2C0B-485A-AE91-B39AD85A0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38100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97B98-A734-4B10-AB42-030F6A960686}"/>
              </a:ext>
            </a:extLst>
          </p:cNvPr>
          <p:cNvSpPr/>
          <p:nvPr/>
        </p:nvSpPr>
        <p:spPr>
          <a:xfrm>
            <a:off x="6096000" y="3179427"/>
            <a:ext cx="310392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E8690C-2107-4B7D-85BF-B2A5E044AA20}"/>
              </a:ext>
            </a:extLst>
          </p:cNvPr>
          <p:cNvSpPr/>
          <p:nvPr/>
        </p:nvSpPr>
        <p:spPr>
          <a:xfrm>
            <a:off x="7352424" y="3201354"/>
            <a:ext cx="331200" cy="108000"/>
          </a:xfrm>
          <a:prstGeom prst="rect">
            <a:avLst/>
          </a:prstGeom>
          <a:noFill/>
          <a:ln w="63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44A32D4-B99B-4D09-8FDB-AC16626F029E}"/>
              </a:ext>
            </a:extLst>
          </p:cNvPr>
          <p:cNvCxnSpPr>
            <a:cxnSpLocks/>
            <a:stCxn id="7" idx="0"/>
            <a:endCxn id="14" idx="2"/>
          </p:cNvCxnSpPr>
          <p:nvPr/>
        </p:nvCxnSpPr>
        <p:spPr>
          <a:xfrm flipH="1" flipV="1">
            <a:off x="7065010" y="3034488"/>
            <a:ext cx="453014" cy="166866"/>
          </a:xfrm>
          <a:prstGeom prst="line">
            <a:avLst/>
          </a:prstGeom>
          <a:ln w="63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C02A2932-95F3-4598-9763-DB4672331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510" y="1605738"/>
            <a:ext cx="2667000" cy="1428750"/>
          </a:xfrm>
          <a:prstGeom prst="rect">
            <a:avLst/>
          </a:prstGeom>
          <a:solidFill>
            <a:schemeClr val="bg1"/>
          </a:solidFill>
          <a:ln w="6350">
            <a:solidFill>
              <a:srgbClr val="FF0000"/>
            </a:solidFill>
            <a:prstDash val="sysDash"/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5FF75173-7ED8-499D-8BED-5B59323E0D9E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7c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401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ED9A233-DA65-45A0-9268-8D03190C6D2F}"/>
              </a:ext>
            </a:extLst>
          </p:cNvPr>
          <p:cNvSpPr/>
          <p:nvPr/>
        </p:nvSpPr>
        <p:spPr>
          <a:xfrm>
            <a:off x="6096000" y="3179427"/>
            <a:ext cx="310392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034C149-B761-49B6-93D7-A546D6B85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3810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2F36CF8-79E1-4242-AA84-F101C362B52D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7d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192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8957E1E-820B-48C6-83C3-47A3CD3DC3C0}"/>
              </a:ext>
            </a:extLst>
          </p:cNvPr>
          <p:cNvSpPr/>
          <p:nvPr/>
        </p:nvSpPr>
        <p:spPr>
          <a:xfrm>
            <a:off x="274739" y="179911"/>
            <a:ext cx="1760220" cy="335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7e</a:t>
            </a:r>
            <a:endParaRPr lang="ko-KR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4A38E7-ACD2-4EAC-A49A-1BABEF1AA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24000"/>
            <a:ext cx="533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63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4910</ns0:TotalTime>
  <ns0:Words>1334</ns0:Words>
  <ns0:Application>Microsoft Office PowerPoint</ns0:Application>
  <ns0:PresentationFormat>와이드스크린</ns0:PresentationFormat>
  <ns0:Paragraphs>183</ns0:Paragraphs>
  <ns0:Slides>18</ns0:Slides>
  <ns0:Notes>0</ns0:Notes>
  <ns0:HiddenSlides>0</ns0:HiddenSlides>
  <ns0:MMClips>0</ns0:MMClips>
  <ns0:ScaleCrop>false</ns0:ScaleCrop>
  <ns0:HeadingPairs>
    <ns1:vector size="6" baseType="variant">
      <ns1:variant>
        <ns1:lpstr>사용한 글꼴</ns1:lpstr>
      </ns1:variant>
      <ns1:variant>
        <ns1:i4>4</ns1:i4>
      </ns1:variant>
      <ns1:variant>
        <ns1:lpstr>테마</ns1:lpstr>
      </ns1:variant>
      <ns1:variant>
        <ns1:i4>1</ns1:i4>
      </ns1:variant>
      <ns1:variant>
        <ns1:lpstr>슬라이드 제목</ns1:lpstr>
      </ns1:variant>
      <ns1:variant>
        <ns1:i4>21</ns1:i4>
      </ns1:variant>
    </ns1:vector>
  </ns0:HeadingPairs>
  <ns0:TitlesOfParts>
    <ns1:vector size="26" baseType="lpstr">
      <ns1:lpstr>맑은 고딕</ns1:lpstr>
      <ns1:lpstr>Arial</ns1:lpstr>
      <ns1:lpstr>Cambria Math</ns1:lpstr>
      <ns1:lpstr>Times New Roman</ns1:lpstr>
      <ns1:lpstr>Office 테마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  <ns1:lpstr>PowerPoint 프레젠테이션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Donghyuk Jung</dc:creator>
  <cp:lastModifiedBy>Donghyuk Jung</cp:lastModifiedBy>
  <cp:revision>102</cp:revision>
  <dcterms:created xsi:type="dcterms:W3CDTF">2026-08-27T00:51:47Z</dcterms:created>
  <dcterms:modified xsi:type="dcterms:W3CDTF">2026-10-28T06:54:05Z</dcterms:modified>
</cp:coreProperties>
</file>